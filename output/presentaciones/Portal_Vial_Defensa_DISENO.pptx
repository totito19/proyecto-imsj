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6c63ba44e4391" /><Relationship Type="http://schemas.openxmlformats.org/officeDocument/2006/relationships/extended-properties" Target="/docProps/app.xml" Id="Rb1b1b80da1af43a2" /><Relationship Type="http://schemas.openxmlformats.org/officeDocument/2006/relationships/officeDocument" Target="/ppt/presentation.xml" Id="R2ea50df5a13a45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e8a1d8ce54c09"/>
  </p:sldMasterIdLst>
  <p:notesMasterIdLst>
    <p:notesMasterId xmlns:r="http://schemas.openxmlformats.org/officeDocument/2006/relationships" r:id="R8995f6f4234643d2"/>
  </p:notesMasterIdLst>
  <p:sldIdLst>
    <p:sldId xmlns:r="http://schemas.openxmlformats.org/officeDocument/2006/relationships" id="256" r:id="Rf6fdea8aec9a4ddd"/>
    <p:sldId xmlns:r="http://schemas.openxmlformats.org/officeDocument/2006/relationships" id="257" r:id="Re0edc08a95e344b2"/>
    <p:sldId xmlns:r="http://schemas.openxmlformats.org/officeDocument/2006/relationships" id="258" r:id="Rd1f06ec3f96a403d"/>
    <p:sldId xmlns:r="http://schemas.openxmlformats.org/officeDocument/2006/relationships" id="259" r:id="R0804589c91174914"/>
    <p:sldId xmlns:r="http://schemas.openxmlformats.org/officeDocument/2006/relationships" id="260" r:id="Re55f254297124221"/>
    <p:sldId xmlns:r="http://schemas.openxmlformats.org/officeDocument/2006/relationships" id="261" r:id="Rd3e8b2c162164913"/>
    <p:sldId xmlns:r="http://schemas.openxmlformats.org/officeDocument/2006/relationships" id="262" r:id="Rc2650202a9854430"/>
    <p:sldId xmlns:r="http://schemas.openxmlformats.org/officeDocument/2006/relationships" id="263" r:id="R3a24d9cc4ffc4f9a"/>
    <p:sldId xmlns:r="http://schemas.openxmlformats.org/officeDocument/2006/relationships" id="264" r:id="Re4c1b69fe3954604"/>
    <p:sldId xmlns:r="http://schemas.openxmlformats.org/officeDocument/2006/relationships" id="265" r:id="R985976d930e942d9"/>
    <p:sldId xmlns:r="http://schemas.openxmlformats.org/officeDocument/2006/relationships" id="266" r:id="R0f30ba8f9df34683"/>
    <p:sldId xmlns:r="http://schemas.openxmlformats.org/officeDocument/2006/relationships" id="267" r:id="R9783e174561242b3"/>
    <p:sldId xmlns:r="http://schemas.openxmlformats.org/officeDocument/2006/relationships" id="268" r:id="R82718e05f94d4c9f"/>
    <p:sldId xmlns:r="http://schemas.openxmlformats.org/officeDocument/2006/relationships" id="269" r:id="R5cca89cb85e84635"/>
    <p:sldId xmlns:r="http://schemas.openxmlformats.org/officeDocument/2006/relationships" id="270" r:id="Re91cc1fed02e43cf"/>
    <p:sldId xmlns:r="http://schemas.openxmlformats.org/officeDocument/2006/relationships" id="271" r:id="R74ad1766e0a94e6a"/>
    <p:sldId xmlns:r="http://schemas.openxmlformats.org/officeDocument/2006/relationships" id="272" r:id="Rb61c0ca59e78404d"/>
    <p:sldId xmlns:r="http://schemas.openxmlformats.org/officeDocument/2006/relationships" id="273" r:id="R83a0e3bcda6b4154"/>
    <p:sldId xmlns:r="http://schemas.openxmlformats.org/officeDocument/2006/relationships" id="274" r:id="Rec027d781e794793"/>
    <p:sldId xmlns:r="http://schemas.openxmlformats.org/officeDocument/2006/relationships" id="275" r:id="Ra9f29799935448fb"/>
    <p:sldId xmlns:r="http://schemas.openxmlformats.org/officeDocument/2006/relationships" id="276" r:id="Ra747cdfbdd7346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6e217e4e484c91" /><Relationship Type="http://schemas.openxmlformats.org/officeDocument/2006/relationships/slideMaster" Target="/ppt/slideMasters/slideMaster1.xml" Id="Rd4be8a1d8ce54c09" /><Relationship Type="http://schemas.openxmlformats.org/officeDocument/2006/relationships/notesMaster" Target="/ppt/notesMasters/notesMaster1.xml" Id="R8995f6f4234643d2" /><Relationship Type="http://schemas.openxmlformats.org/officeDocument/2006/relationships/presProps" Target="/ppt/presProps.xml" Id="R246139ff275f4e2e" /><Relationship Type="http://schemas.openxmlformats.org/officeDocument/2006/relationships/tableStyles" Target="/ppt/tableStyles.xml" Id="R282b6300ae314666" /><Relationship Type="http://schemas.openxmlformats.org/officeDocument/2006/relationships/slide" Target="/ppt/slides/slide1.xml" Id="Rf6fdea8aec9a4ddd" /><Relationship Type="http://schemas.openxmlformats.org/officeDocument/2006/relationships/slide" Target="/ppt/slides/slide2.xml" Id="Re0edc08a95e344b2" /><Relationship Type="http://schemas.openxmlformats.org/officeDocument/2006/relationships/slide" Target="/ppt/slides/slide3.xml" Id="Rd1f06ec3f96a403d" /><Relationship Type="http://schemas.openxmlformats.org/officeDocument/2006/relationships/slide" Target="/ppt/slides/slide4.xml" Id="R0804589c91174914" /><Relationship Type="http://schemas.openxmlformats.org/officeDocument/2006/relationships/slide" Target="/ppt/slides/slide5.xml" Id="Re55f254297124221" /><Relationship Type="http://schemas.openxmlformats.org/officeDocument/2006/relationships/slide" Target="/ppt/slides/slide6.xml" Id="Rd3e8b2c162164913" /><Relationship Type="http://schemas.openxmlformats.org/officeDocument/2006/relationships/slide" Target="/ppt/slides/slide7.xml" Id="Rc2650202a9854430" /><Relationship Type="http://schemas.openxmlformats.org/officeDocument/2006/relationships/slide" Target="/ppt/slides/slide8.xml" Id="R3a24d9cc4ffc4f9a" /><Relationship Type="http://schemas.openxmlformats.org/officeDocument/2006/relationships/slide" Target="/ppt/slides/slide9.xml" Id="Re4c1b69fe3954604" /><Relationship Type="http://schemas.openxmlformats.org/officeDocument/2006/relationships/slide" Target="/ppt/slides/slide10.xml" Id="R985976d930e942d9" /><Relationship Type="http://schemas.openxmlformats.org/officeDocument/2006/relationships/slide" Target="/ppt/slides/slide11.xml" Id="R0f30ba8f9df34683" /><Relationship Type="http://schemas.openxmlformats.org/officeDocument/2006/relationships/slide" Target="/ppt/slides/slide12.xml" Id="R9783e174561242b3" /><Relationship Type="http://schemas.openxmlformats.org/officeDocument/2006/relationships/slide" Target="/ppt/slides/slide13.xml" Id="R82718e05f94d4c9f" /><Relationship Type="http://schemas.openxmlformats.org/officeDocument/2006/relationships/slide" Target="/ppt/slides/slide14.xml" Id="R5cca89cb85e84635" /><Relationship Type="http://schemas.openxmlformats.org/officeDocument/2006/relationships/slide" Target="/ppt/slides/slide15.xml" Id="Re91cc1fed02e43cf" /><Relationship Type="http://schemas.openxmlformats.org/officeDocument/2006/relationships/slide" Target="/ppt/slides/slide16.xml" Id="R74ad1766e0a94e6a" /><Relationship Type="http://schemas.openxmlformats.org/officeDocument/2006/relationships/slide" Target="/ppt/slides/slide17.xml" Id="Rb61c0ca59e78404d" /><Relationship Type="http://schemas.openxmlformats.org/officeDocument/2006/relationships/slide" Target="/ppt/slides/slide18.xml" Id="R83a0e3bcda6b4154" /><Relationship Type="http://schemas.openxmlformats.org/officeDocument/2006/relationships/slide" Target="/ppt/slides/slide19.xml" Id="Rec027d781e794793" /><Relationship Type="http://schemas.openxmlformats.org/officeDocument/2006/relationships/slide" Target="/ppt/slides/slide20.xml" Id="Ra9f29799935448fb" /><Relationship Type="http://schemas.openxmlformats.org/officeDocument/2006/relationships/slide" Target="/ppt/slides/slide21.xml" Id="Ra747cdfbdd7346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b438ae90554e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68a03d8754fe7" /><Relationship Type="http://schemas.openxmlformats.org/officeDocument/2006/relationships/notesMaster" Target="/ppt/notesMasters/notesMaster1.xml" Id="Rc059c0e864a04a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f7301a3b55469a" /><Relationship Type="http://schemas.openxmlformats.org/officeDocument/2006/relationships/notesMaster" Target="/ppt/notesMasters/notesMaster1.xml" Id="Rede0017cc32044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538aa5d2c24607" /><Relationship Type="http://schemas.openxmlformats.org/officeDocument/2006/relationships/notesMaster" Target="/ppt/notesMasters/notesMaster1.xml" Id="Rb02cf9cdf3e24d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7f2385b8184bf7" /><Relationship Type="http://schemas.openxmlformats.org/officeDocument/2006/relationships/notesMaster" Target="/ppt/notesMasters/notesMaster1.xml" Id="Rc6cccb9aa9b14d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c29ac172e74529" /><Relationship Type="http://schemas.openxmlformats.org/officeDocument/2006/relationships/notesMaster" Target="/ppt/notesMasters/notesMaster1.xml" Id="R708fbd5eae2a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75319b90994428" /><Relationship Type="http://schemas.openxmlformats.org/officeDocument/2006/relationships/notesMaster" Target="/ppt/notesMasters/notesMaster1.xml" Id="R742cd5c2376248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d824f482034858" /><Relationship Type="http://schemas.openxmlformats.org/officeDocument/2006/relationships/notesMaster" Target="/ppt/notesMasters/notesMaster1.xml" Id="R767adf0b3efa47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60602b8a2346fd" /><Relationship Type="http://schemas.openxmlformats.org/officeDocument/2006/relationships/notesMaster" Target="/ppt/notesMasters/notesMaster1.xml" Id="Rdb2f053ec21f44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c76497813c4228" /><Relationship Type="http://schemas.openxmlformats.org/officeDocument/2006/relationships/notesMaster" Target="/ppt/notesMasters/notesMaster1.xml" Id="R420ad51f30f14b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af79b4d2774365" /><Relationship Type="http://schemas.openxmlformats.org/officeDocument/2006/relationships/notesMaster" Target="/ppt/notesMasters/notesMaster1.xml" Id="R892fc9ff3d474e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c36c5b00fc48e4" /><Relationship Type="http://schemas.openxmlformats.org/officeDocument/2006/relationships/notesMaster" Target="/ppt/notesMasters/notesMaster1.xml" Id="Raa3dcd9e1fad43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ca42eb53bf4a52" /><Relationship Type="http://schemas.openxmlformats.org/officeDocument/2006/relationships/notesMaster" Target="/ppt/notesMasters/notesMaster1.xml" Id="Rd1b01ee1b05548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341ad2b7da4aca" /><Relationship Type="http://schemas.openxmlformats.org/officeDocument/2006/relationships/notesMaster" Target="/ppt/notesMasters/notesMaster1.xml" Id="R42500eb9790444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82033c29d142b2" /><Relationship Type="http://schemas.openxmlformats.org/officeDocument/2006/relationships/notesMaster" Target="/ppt/notesMasters/notesMaster1.xml" Id="R46aed67b2e1d42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1c893b2ac745b7" /><Relationship Type="http://schemas.openxmlformats.org/officeDocument/2006/relationships/notesMaster" Target="/ppt/notesMasters/notesMaster1.xml" Id="R03a26854cdf944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9a14f8667946a2" /><Relationship Type="http://schemas.openxmlformats.org/officeDocument/2006/relationships/notesMaster" Target="/ppt/notesMasters/notesMaster1.xml" Id="R9cab70423ce541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75258185464558" /><Relationship Type="http://schemas.openxmlformats.org/officeDocument/2006/relationships/notesMaster" Target="/ppt/notesMasters/notesMaster1.xml" Id="R867e367ae8714e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c686979bfc4b76" /><Relationship Type="http://schemas.openxmlformats.org/officeDocument/2006/relationships/notesMaster" Target="/ppt/notesMasters/notesMaster1.xml" Id="R51efe98a2e174d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4bf94b6a82431b" /><Relationship Type="http://schemas.openxmlformats.org/officeDocument/2006/relationships/notesMaster" Target="/ppt/notesMasters/notesMaster1.xml" Id="R7c22e3828e4645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6d52ba7f834d3a" /><Relationship Type="http://schemas.openxmlformats.org/officeDocument/2006/relationships/notesMaster" Target="/ppt/notesMasters/notesMaster1.xml" Id="Rf50e81d3795745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dd5fad59934c43" /><Relationship Type="http://schemas.openxmlformats.org/officeDocument/2006/relationships/notesMaster" Target="/ppt/notesMasters/notesMaster1.xml" Id="Rb46ee345c3184d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pausa breve. No presentar tecnologías todavía.</a:t>
            </a:r>
          </a:p>
          <a:p xmlns:a="http://schemas.openxmlformats.org/drawingml/2006/main">
            <a:r>
              <a:t>Frase sugerida: Portal Vial nace al conectar una necesidad ciudadana con una necesidad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C:\Users\ASUS\Desktop\Proyecto1\Proyecto-IMSJ\output\pdf\guia_identidad_grafica_documentacion_imsj.pdf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Contar la situación como una escena, no como una lista de requisitos.</a:t>
            </a:r>
          </a:p>
          <a:p xmlns:a="http://schemas.openxmlformats.org/drawingml/2006/main">
            <a:r>
              <a:t>Evitar afirmar que no existe información en ningún lado. Hablar de información distribuida y dificultad para encontrar la versión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C:\Users\ASUS\Desktop\Proyecto1\Proyecto-IMSJ\docs\ingenieria_software\informe entrevista.md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el producto con una sola frase.</a:t>
            </a:r>
          </a:p>
          <a:p xmlns:a="http://schemas.openxmlformats.org/drawingml/2006/main">
            <a:r>
              <a:t>Después pasar de inmediato a situaciones reales y a las pantallas.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las preguntas como guía de la demostración: ¿necesitás estudiar?, ¿noticias?, ¿una duda?, ¿no está respondida?</a:t>
            </a:r>
          </a:p>
          <a:p xmlns:a="http://schemas.openxmlformats.org/drawingml/2006/main">
            <a:r>
              <a:t>Las capturas funcionan como respaldo si la demo en vivo no está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Cambiar al sistema en vivo desde esta diapositiva.</a:t>
            </a:r>
          </a:p>
          <a:p xmlns:a="http://schemas.openxmlformats.org/drawingml/2006/main">
            <a:r>
              <a:t>Recorrer el portal como una persona usuaria. No explicar todavía la arquitectura.</a:t>
            </a:r>
          </a:p>
          <a:p xmlns:a="http://schemas.openxmlformats.org/drawingml/2006/main">
            <a:r>
              <a:t>Si la demo falla, mantener esta pantalla y continuar con el recorrido narrado.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alcance completo antes de entrar al panel o a la ingeniería.</a:t>
            </a:r>
          </a:p>
          <a:p xmlns:a="http://schemas.openxmlformats.org/drawingml/2006/main">
            <a:r>
              <a:t>Aclarar el límite: Portal Vial gestiona información y reservas, pero no emite ni renueva legalmente licencias.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C:\Users\ASUS\Desktop\Proyecto1\Proyecto-IMSJ\docs\ingenieria_software\project_charter.md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panel como respuesta a la necesidad institucional, todavía sin entrar en el flujo de aprobación.</a:t>
            </a:r>
          </a:p>
          <a:p xmlns:a="http://schemas.openxmlformats.org/drawingml/2006/main">
            <a:r>
              <a:t>Recorrer agenda, consultas y administración de contenidos para demostrar el alcance operativo.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C:\Users\ASUS\Desktop\Proyecto1\Proyecto-IMSJ\docs\ingenieria_software\project_charter.md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transición entre la venta del producto y la ingeniería.</a:t>
            </a:r>
          </a:p>
          <a:p xmlns:a="http://schemas.openxmlformats.org/drawingml/2006/main">
            <a:r>
              <a:t>Frase sugerida: lo que acabamos de ver no apareció de una vez; cada función tiene un origen y una decisión.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secuencia completa: planteo, primera puesta en limpio, entrevista, requisitos refinados, historias, desarrollo, demo, cambios, implementación y segunda demo.</a:t>
            </a:r>
          </a:p>
          <a:p xmlns:a="http://schemas.openxmlformats.org/drawingml/2006/main">
            <a:r>
              <a:t>La aprobación pertenece al final del ciclo, después de implementar los cambios solicitados.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C:\Users\ASUS\Desktop\Proyecto1\Proyecto-IMSJ\docs\ingenieria_software\actas_reuniones.md</a:t>
            </a:r>
          </a:p>
          <a:p xmlns:a="http://schemas.openxmlformats.org/drawingml/2006/main">
            <a:r>
              <a:t>Fuente: C:\Users\ASUS\Desktop\Proyecto1\Proyecto-IMSJ\docs\ingenieria_software\actas_sprint_review.md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impacto: consultas agregó un nuevo flujo; aprobación exigió roles y estados; imágenes afectó archivos y validación.</a:t>
            </a:r>
          </a:p>
          <a:p xmlns:a="http://schemas.openxmlformats.org/drawingml/2006/main">
            <a:r>
              <a:t>Cerrar con la segunda demo y la aprobación del 13/10.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C:\Users\ASUS\Desktop\Proyecto1\Proyecto-IMSJ\docs\ingenieria_software\control_cambios.md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CC-02 como ejemplo: necesidad de consulta, RF23, US32, formulario y bandeja, prueba PT-07 y evidencia de integración.</a:t>
            </a:r>
          </a:p>
          <a:p xmlns:a="http://schemas.openxmlformats.org/drawingml/2006/main">
            <a:r>
              <a:t>Esta relación demuestra gestión del cambio y evita presentar funciones aisladas.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C:\Users\ASUS\Desktop\Proyecto1\Proyecto-IMSJ\docs\ingenieria_software\backlog.md</a:t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la parte técnica conectándola con el alcance, no con una lista de tecnologías.</a:t>
            </a:r>
          </a:p>
          <a:p xmlns:a="http://schemas.openxmlformats.org/drawingml/2006/main">
            <a:r>
              <a:t>Cada elección se explica mediante la necesidad que resuelve y el compromiso que introduce.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decisión del 30/09: Laravel no era incorrecto; se eligió PHP nativo para hacer explícito el recorrido y reducir dependencias.</a:t>
            </a:r>
          </a:p>
          <a:p xmlns:a="http://schemas.openxmlformats.org/drawingml/2006/main">
            <a:r>
              <a:t>Aclarar el compromiso: al retirar el framework, el equipo asume rutas, validación y seguridad de forma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C:\Users\ASUS\Desktop\Proyecto1\Proyecto-IMSJ\docs_auxiliares\justificacion_decisiones_tecnicas.md</a:t>
            </a:r>
          </a:p>
          <a:p xmlns:a="http://schemas.openxmlformats.org/drawingml/2006/main">
            <a:r>
              <a:t>Fuente: C:\Users\ASUS\Desktop\Proyecto1\Proyecto-IMSJ\docs\ingenieria_software\control_cambios.md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un solo caso de punta a punta: POST /api/reservas.</a:t>
            </a:r>
          </a:p>
          <a:p xmlns:a="http://schemas.openxmlformats.org/drawingml/2006/main">
            <a:r>
              <a:t>Destacar que el bloqueo y la transacción evitan dos reservas sobre el último cupo.</a:t>
            </a:r>
          </a:p>
          <a:p xmlns:a="http://schemas.openxmlformats.org/drawingml/2006/main">
            <a:r>
              <a:t>Relacionar cada capa con una responsabilidad, no leer nombres de carpetas.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con nombres reales del proyecto.</a:t>
            </a:r>
          </a:p>
          <a:p xmlns:a="http://schemas.openxmlformats.org/drawingml/2006/main">
            <a:r>
              <a:t>La API devuelve 201 cuando crea la reserva. Si el último cupo ya fue tomado, devuelve 422 y no persiste una segunda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recorrer todas las tablas. Elegir dos reglas: integridad de reservas y trazabilidad de contenidos.</a:t>
            </a:r>
          </a:p>
          <a:p xmlns:a="http://schemas.openxmlformats.org/drawingml/2006/main">
            <a:r>
              <a:t>Explicar que las validaciones del frontend mejoran la experiencia, pero las restricciones y permisos se aplican en servidor y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C:\Users\ASUS\Desktop\Proyecto1\Proyecto-IMSJ\backend\database.sql</a:t>
            </a:r>
          </a:p>
          <a:p xmlns:a="http://schemas.openxmlformats.org/drawingml/2006/main">
            <a:r>
              <a:t>Fuente: C:\Users\ASUS\Desktop\Proyecto1\Proyecto-IMSJ\docs_auxiliares\justificacion_decisiones_tecnicas.md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flujo no existía de esta forma al comienzo. Nació del cambio CC-03 solicitado en la demostración del 03/09.</a:t>
            </a:r>
          </a:p>
          <a:p xmlns:a="http://schemas.openxmlformats.org/drawingml/2006/main">
            <a:r>
              <a:t>Conectar esta regla con los permisos del backend y el historial de acciones.</a:t>
            </a:r>
          </a:p>
          <a:p xmlns:a="http://schemas.openxmlformats.org/drawingml/2006/main">
            <a:r>
              <a:t>Ocultar botones en el frontend ayuda a la interfaz, pero la autorización real ocurre en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hay dos contenedores: actualizar la aplicación sin reemplazar los datos.</a:t>
            </a:r>
          </a:p>
          <a:p xmlns:a="http://schemas.openxmlformats.org/drawingml/2006/main">
            <a:r>
              <a:t>Aclarar que MySQL no publica su puerto hacia la red.</a:t>
            </a:r>
          </a:p>
          <a:p xmlns:a="http://schemas.openxmlformats.org/drawingml/2006/main">
            <a:r>
              <a:t>No presentar 90 usuarios como capacidad comprobada. Es un objetivo de dimensionamiento pendiente de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C:\Users\ASUS\Desktop\Proyecto1\Proyecto-IMSJ\docs\administracion_ssoo\justificacion-tecnologica.md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controles preventivos de técnicas de verificación.</a:t>
            </a:r>
          </a:p>
          <a:p xmlns:a="http://schemas.openxmlformats.org/drawingml/2006/main">
            <a:r>
              <a:t>No decir que una herramienta garantiza seguridad. Explicar alcance y revalidación de hallazgos.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C:\Users\ASUS\Desktop\Proyecto1\Proyecto-IMSJ\docs\electiva_ciberseguridad\checklist_ciberseguridad_entrega_final.md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los números con su significado. Las 192 comprobaciones no equivalen a cobertura de líneas.</a:t>
            </a:r>
          </a:p>
          <a:p xmlns:a="http://schemas.openxmlformats.org/drawingml/2006/main">
            <a:r>
              <a:t>Explicar el caso 201/422: exactamente una reserva persistió cuando dos procesos compitieron por el último cupo.</a:t>
            </a:r>
          </a:p>
          <a:p xmlns:a="http://schemas.openxmlformats.org/drawingml/2006/main">
            <a:r>
              <a:t>Mantener visible la limitación sobre la prueba de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retomando a los dos actores del comienzo.</a:t>
            </a:r>
          </a:p>
          <a:p xmlns:a="http://schemas.openxmlformats.org/drawingml/2006/main">
            <a:r>
              <a:t>Frase sugerida: Portal Vial convierte dos necesidades en un sistema gestionable, comprobable y preparado para evolucionar.</a:t>
            </a:r>
          </a:p>
          <a:p xmlns:a="http://schemas.openxmlformats.org/drawingml/2006/main">
            <a:r>
              <a:t>Dejar la diapositiva visible durante las preguntas.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50668e1c74b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0bdfc97924e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9151baa3549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5360aaf874a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b847fddb440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5e05eec784c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639F3E-8B91-4586-86A7-D888E0C03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133A29-30C6-477B-960F-08DE89EEAB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ED4797-A679-47BD-A980-E0F261099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1E8D0C-BA44-4F4F-A867-2433ECBB9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D913BE-04AD-4D36-876A-95A7579D25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E4DB37-C6E5-4FFE-9906-1642AB69D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ED905A-FE64-445D-A90D-F1622C45EC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A7F4F4-15CE-40A7-84F8-C75FC7B7E2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C3CFC2-A993-4658-AB43-3B473E6D1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FAF3E0-057D-435B-BD35-D9628165B0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09371b5ed44d74" /><Relationship Type="http://schemas.openxmlformats.org/officeDocument/2006/relationships/slideLayout" Target="/ppt/slideLayouts/slideLayout1.xml" Id="R9e0315b6c16a4dfa" /><Relationship Type="http://schemas.openxmlformats.org/officeDocument/2006/relationships/slideLayout" Target="/ppt/slideLayouts/slideLayout2.xml" Id="Rec2de6b4e4e04049" /><Relationship Type="http://schemas.openxmlformats.org/officeDocument/2006/relationships/slideLayout" Target="/ppt/slideLayouts/slideLayout3.xml" Id="R61009720578c488f" /><Relationship Type="http://schemas.openxmlformats.org/officeDocument/2006/relationships/slideLayout" Target="/ppt/slideLayouts/slideLayout4.xml" Id="Rd855e4704c75417e" /><Relationship Type="http://schemas.openxmlformats.org/officeDocument/2006/relationships/slideLayout" Target="/ppt/slideLayouts/slideLayout5.xml" Id="R9ae4e8d43eec4805" /><Relationship Type="http://schemas.openxmlformats.org/officeDocument/2006/relationships/slideLayout" Target="/ppt/slideLayouts/slideLayout6.xml" Id="Recc5f095b5d54a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0315b6c16a4dfa"/>
    <p:sldLayoutId xmlns:r="http://schemas.openxmlformats.org/officeDocument/2006/relationships" id="2147483650" r:id="Rec2de6b4e4e04049"/>
    <p:sldLayoutId xmlns:r="http://schemas.openxmlformats.org/officeDocument/2006/relationships" id="2147483651" r:id="R61009720578c488f"/>
    <p:sldLayoutId xmlns:r="http://schemas.openxmlformats.org/officeDocument/2006/relationships" id="2147483652" r:id="Rd855e4704c75417e"/>
    <p:sldLayoutId xmlns:r="http://schemas.openxmlformats.org/officeDocument/2006/relationships" id="2147483653" r:id="R9ae4e8d43eec4805"/>
    <p:sldLayoutId xmlns:r="http://schemas.openxmlformats.org/officeDocument/2006/relationships" id="2147483654" r:id="Recc5f095b5d54a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61f7add0e46fc" /><Relationship Type="http://schemas.openxmlformats.org/officeDocument/2006/relationships/image" Target="/ppt/media/image.png" Id="Rca63be0d8c244b47" /><Relationship Type="http://schemas.openxmlformats.org/officeDocument/2006/relationships/image" Target="/ppt/media/image2.png" Id="R9bbab2b53bc24fd9" /><Relationship Type="http://schemas.openxmlformats.org/officeDocument/2006/relationships/notesSlide" Target="/ppt/notesSlides/notesSlide1.xml" Id="Rf0bae9036d1242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2b0b1047f4c9c" /><Relationship Type="http://schemas.openxmlformats.org/officeDocument/2006/relationships/notesSlide" Target="/ppt/notesSlides/notesSlide2.xml" Id="R3246275ef8cb43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1b39b545af4db4" /><Relationship Type="http://schemas.openxmlformats.org/officeDocument/2006/relationships/notesSlide" Target="/ppt/notesSlides/notesSlide3.xml" Id="Rd3f7a59cd8aa4b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89ba0d7104743" /><Relationship Type="http://schemas.openxmlformats.org/officeDocument/2006/relationships/image" Target="/ppt/media/image3.png" Id="R8f97976cbd5344dc" /><Relationship Type="http://schemas.openxmlformats.org/officeDocument/2006/relationships/image" Target="/ppt/media/image4.png" Id="R80206600b28a483f" /><Relationship Type="http://schemas.openxmlformats.org/officeDocument/2006/relationships/notesSlide" Target="/ppt/notesSlides/notesSlide4.xml" Id="Rc3adf894614847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e5aa86b6642fa" /><Relationship Type="http://schemas.openxmlformats.org/officeDocument/2006/relationships/image" Target="/ppt/media/image5.png" Id="R414a68d313bd4779" /><Relationship Type="http://schemas.openxmlformats.org/officeDocument/2006/relationships/notesSlide" Target="/ppt/notesSlides/notesSlide5.xml" Id="R5028436289ce43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ffffa9bbf4caa" /><Relationship Type="http://schemas.openxmlformats.org/officeDocument/2006/relationships/notesSlide" Target="/ppt/notesSlides/notesSlide6.xml" Id="R620c0cc1171646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932d14c114478" /><Relationship Type="http://schemas.openxmlformats.org/officeDocument/2006/relationships/image" Target="/ppt/media/image6.png" Id="R9ff680fd26b84ef9" /><Relationship Type="http://schemas.openxmlformats.org/officeDocument/2006/relationships/image" Target="/ppt/media/image7.png" Id="R88efb96596364190" /><Relationship Type="http://schemas.openxmlformats.org/officeDocument/2006/relationships/notesSlide" Target="/ppt/notesSlides/notesSlide7.xml" Id="Rc611de37a97242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628ef103a420e" /><Relationship Type="http://schemas.openxmlformats.org/officeDocument/2006/relationships/notesSlide" Target="/ppt/notesSlides/notesSlide8.xml" Id="R7a1a874c252f43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0f6ac15a449bc" /><Relationship Type="http://schemas.openxmlformats.org/officeDocument/2006/relationships/notesSlide" Target="/ppt/notesSlides/notesSlide9.xml" Id="R82d0e15402d142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669b9e4fa43a6" /><Relationship Type="http://schemas.openxmlformats.org/officeDocument/2006/relationships/notesSlide" Target="/ppt/notesSlides/notesSlide10.xml" Id="R1821b39b19d04a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e175f89104b52" /><Relationship Type="http://schemas.openxmlformats.org/officeDocument/2006/relationships/notesSlide" Target="/ppt/notesSlides/notesSlide11.xml" Id="R78a879874f4d4f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a6d878cd343fd" /><Relationship Type="http://schemas.openxmlformats.org/officeDocument/2006/relationships/notesSlide" Target="/ppt/notesSlides/notesSlide12.xml" Id="R43b2e1cfe6814c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878669481456a" /><Relationship Type="http://schemas.openxmlformats.org/officeDocument/2006/relationships/notesSlide" Target="/ppt/notesSlides/notesSlide13.xml" Id="R72aa6dd4a9db49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aa0ff2dcb4927" /><Relationship Type="http://schemas.openxmlformats.org/officeDocument/2006/relationships/notesSlide" Target="/ppt/notesSlides/notesSlide14.xml" Id="R16985fb440d641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689b9242945b0" /><Relationship Type="http://schemas.openxmlformats.org/officeDocument/2006/relationships/notesSlide" Target="/ppt/notesSlides/notesSlide15.xml" Id="R63506d9a3b5d4f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5fc8de79e24437" /><Relationship Type="http://schemas.openxmlformats.org/officeDocument/2006/relationships/notesSlide" Target="/ppt/notesSlides/notesSlide16.xml" Id="Rb3081086d0334b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a3c5ed6444505" /><Relationship Type="http://schemas.openxmlformats.org/officeDocument/2006/relationships/notesSlide" Target="/ppt/notesSlides/notesSlide17.xml" Id="Rabe890c6207443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bd7e5f81942d0" /><Relationship Type="http://schemas.openxmlformats.org/officeDocument/2006/relationships/notesSlide" Target="/ppt/notesSlides/notesSlide18.xml" Id="R795da12baf344d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ca937ed5940f5" /><Relationship Type="http://schemas.openxmlformats.org/officeDocument/2006/relationships/notesSlide" Target="/ppt/notesSlides/notesSlide19.xml" Id="Rebb70aa4541147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8a843ffcd4023" /><Relationship Type="http://schemas.openxmlformats.org/officeDocument/2006/relationships/notesSlide" Target="/ppt/notesSlides/notesSlide20.xml" Id="R940a3c0c52e745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a61b5a0b44fb5" /><Relationship Type="http://schemas.openxmlformats.org/officeDocument/2006/relationships/image" Target="/ppt/media/image8.png" Id="Rd857445d7e90478d" /><Relationship Type="http://schemas.openxmlformats.org/officeDocument/2006/relationships/image" Target="/ppt/media/image9.png" Id="R775f6f24a15f4b91" /><Relationship Type="http://schemas.openxmlformats.org/officeDocument/2006/relationships/notesSlide" Target="/ppt/notesSlides/notesSlide21.xml" Id="Rc24513ef3a6140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FAF16-3662-4B3F-8DB5-40DB64A4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41BF5-035C-41A9-8625-C20824DA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DIRECCIÓN DE TRÁNSITO · SAN JOSÉ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17431-A7DC-4016-ACEA-3BFA822869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3be0d8c244b47"/>
          <a:stretch xmlns:a="http://schemas.openxmlformats.org/drawingml/2006/main"/>
        </p:blipFill>
        <p:spPr>
          <a:xfrm xmlns:a="http://schemas.openxmlformats.org/drawingml/2006/main">
            <a:off x="9848850" y="438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1AB2E-17AD-4870-94FB-6CC2739E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9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A57E9-57F7-4B15-9120-AA73C5BD9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ab2b53bc24fd9"/>
          <a:stretch xmlns:a="http://schemas.openxmlformats.org/drawingml/2006/main"/>
        </p:blipFill>
        <p:spPr>
          <a:xfrm xmlns:a="http://schemas.openxmlformats.org/drawingml/2006/main">
            <a:off x="10896600" y="427053"/>
            <a:ext cx="552450" cy="4984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0F375-3B70-4460-9C11-CC707C02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22328-1F47-45B6-AE9D-D10158E7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83BD1-FFE6-47DA-9C12-FDE41AA0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E8EEFA"/>
                </a:solidFill>
                <a:latin typeface="Segoe UI"/>
                <a:ea typeface="Segoe UI"/>
                <a:cs typeface="Segoe UI"/>
              </a:rPr>
              <a:t>Información, educación y gestión vial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E8EEFA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E8EEFA"/>
                </a:solidFill>
                <a:latin typeface="Segoe UI"/>
                <a:ea typeface="Segoe UI"/>
                <a:cs typeface="Segoe UI"/>
              </a:rPr>
              <a:t>en un solo lugar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BE626-751B-4291-BA54-51C755CD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DEFENSA DEL PROYECTO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600BD-88BD-40D2-A07B-BD800A11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19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D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7B45C-4C3E-4AFF-A638-3774C6D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05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4D90B-2BE3-438A-BEE7-257EB23A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8FA0C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8FA0CC"/>
                </a:solidFill>
                <a:latin typeface="Segoe UI"/>
                <a:ea typeface="Segoe UI"/>
                <a:cs typeface="Segoe UI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1915985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B790E-5505-4298-8514-5AEC5B0A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4D3D8-7209-4356-8E23-4069199C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80B28-E01D-4209-A63A-D15F43C7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62969-5505-4113-B342-DD71AA1A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7CCA4-E0F0-4338-8CA8-C4E63632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665E1-8B2D-4979-9DC5-4F93E9F8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Dos perspectivas, una misma brecha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8FA2E-F42D-429F-820E-E98670DA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acceso a la información y la capacidad de comunicar estaban desconectados.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867D9-0E74-4F38-80CC-5C591CBA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267D8-4562-4D33-9DC0-6E824E3B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joven que quiere prepararse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020C5-228E-4E67-9A4F-E8E067FE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saber qué estudiar, dónde practicar y cómo resolver una duda sin recorrer canales dispersos.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F27A3-B704-4887-88FF-6C215528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9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6381F-CB11-4ED4-81E1-FF923C05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C6CC0-EE52-4AB2-8869-6D545728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76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2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Dirección que necesita llegar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FC02A-8E0A-4053-8B61-F594A33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comunicar, concientizar y mantener información vigente sin depender del equipo desarrollador.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BBC4F-2EBE-4BE3-A6D6-E766A958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4000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A5394-A839-4517-AC13-A888CBA5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Información difícil de localizar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10DCB-9793-41C9-9687-696C00D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9052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FA4B9-7C97-4D72-ADF0-DFD8CCC6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672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Una barrera para acercarse a los jóvenes</a:t>
            </a:r>
          </a:p>
        </p:txBody>
      </p:sp>
    </p:spTree>
    <p:extLst>
      <p:ext uri="{BB962C8B-B14F-4D97-AF65-F5344CB8AC3E}">
        <p14:creationId xmlns:p14="http://schemas.microsoft.com/office/powerpoint/2010/main" val="591120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2DCAA-0F5B-45D3-BC4C-8DF57B1084A1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429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2B938-2ECB-474F-A206-88019B2B3D0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6AD1E-2369-4455-8EE9-F2F96822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D5BD6-181A-420B-89A0-D5791C4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 conecta ambas necesidades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0D877-FB62-450B-934A-B5D5ACF4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00FF1-6563-4E7C-9482-BE984466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F4681-C0A9-490A-AF49-71F1E26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667000" cy="1276350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DF577-695E-4F4B-801D-ACCFA24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D68CF-C13A-49AA-BB97-2E443B8F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3FC99-E88C-4ED2-9C16-D44B52B3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 DE TRÁNSITO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7A6D3-0F83-4E7D-8DE2-6C53C83F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Consulta, estudia y realiza gestiones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BB616-8AA1-4A7B-B5A9-E57CCBFC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Publica, revisa y mantiene contenidos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2EDB2-6722-4EC0-A824-0F88F83A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canal ciudadano y una herramienta de gestión en el mismo sistema</a:t>
            </a:r>
          </a:p>
        </p:txBody>
      </p:sp>
    </p:spTree>
    <p:extLst>
      <p:ext uri="{BB962C8B-B14F-4D97-AF65-F5344CB8AC3E}">
        <p14:creationId xmlns:p14="http://schemas.microsoft.com/office/powerpoint/2010/main" val="1900022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6DCB6-BC33-4D1D-98CF-52AAF9E8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1370F-46FF-4C7D-B9EC-9A773F6D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C32AA-8D2C-43BA-BE91-4D4F1B9E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4A8DC-474D-4902-8A70-757BD7FC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20EF7-B70D-4F75-98A8-B8253CF6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E905E-3313-4999-9817-7EA381DB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Cada necesidad activa una respuesta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9441E-D32A-4CA5-BE28-BAA4BD09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funciones aparecen cuando la historia las necesita.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B9A40-6279-40AA-A6C6-98F84E59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56852-44EC-4A7D-A3EE-231FBEC7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Prepararse para el teórico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44F3E-E436-4774-B29E-AD28CEF3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764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3222B-6C5C-4C54-ACB7-388785BF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76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Materiales y simulacro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828A8-DC17-4A25-BA4F-C688CAE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DCA01-62D1-434C-AFB7-1589FFC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Conocer novedades vigentes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7386D-2F99-442A-9FF3-D27BE529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9A78A-2A71-4D88-9CC4-8905D81D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Noticias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9C1CD-B604-480A-BBB9-E86A89F5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DD886-F83A-4C1E-A799-8805B61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Resolver una duda frecuente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17662-3E1D-44B2-9E00-02ED4E2D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290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2ECDA-84B8-494D-A726-2FA91748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Preguntas por categoría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3BB8C-8761-4C13-94D0-E0A40370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25383-296D-4BCB-94E7-F018CCD9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Consultar algo no publicado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6A69F-246B-4176-BEB4-6A24266F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05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BE2A7-4E2A-4DF6-958C-AB6998A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Formulario y bandeja interna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01304B-6269-4B7B-8F93-6B722DA0D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7976cbd5344dc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0002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C3473-A1E0-43C3-81A2-34ED3B5FA7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06600b28a483f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40576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</p:spTree>
    <p:extLst>
      <p:ext uri="{BB962C8B-B14F-4D97-AF65-F5344CB8AC3E}">
        <p14:creationId xmlns:p14="http://schemas.microsoft.com/office/powerpoint/2010/main" val="1442002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71EE6-D5EE-410E-AC91-A412D1964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a68d313bd47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C38CD-AA06-4A34-B129-DF6C9762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AD0F9-D417-4FCE-AADB-8B65A0EB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 1  |  PORTAL CIUDADANO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39430-B8AE-449E-A38B-5CCC9657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358AD-17AB-4EEA-99CB-C1EB122F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Noticias · estudio · FAQ · simulador · agenda</a:t>
            </a:r>
          </a:p>
        </p:txBody>
      </p:sp>
    </p:spTree>
    <p:extLst>
      <p:ext uri="{BB962C8B-B14F-4D97-AF65-F5344CB8AC3E}">
        <p14:creationId xmlns:p14="http://schemas.microsoft.com/office/powerpoint/2010/main" val="1054210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3E57EA-9162-4553-9C65-EDA441BD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71685-F4E9-44DE-AD5F-9CC118ED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E2891-5E5E-4477-B987-178119D3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ALCANCE DEL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27BA3-EC1B-4C7B-9574-32C7958D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B83D4-2A8E-40D1-A8BA-BA3F9CF6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2FF58-C0B2-488B-B4CA-BF9A0D20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El alcance final combina información, práctica y gestión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CC479-E6F4-4F0A-A6A6-6B4A013D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Dos interfaces consumen la misma API y responden a recorridos diferentes.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99461-5880-4B17-9430-5BFDD0F2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7044D-A8B7-4982-B842-0D2FE2A1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87F98-ABA7-4C06-A4BA-2F8B5E66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 y vigencia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A0A03-9B4D-4D4A-8128-6FEEC327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5CDCA-142F-45DA-860F-28D8A451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Materiales de estudio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90481-714A-48C8-8710-ADE74843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43C04-75AB-460B-B917-D227D3D1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FAQ por categorías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E66F2-E38B-42DD-AF2D-A2B00E74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E7FAA-E7F6-4F97-885C-C7E072D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Simulacro con corrección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D61FB-80FB-4B1E-854F-378A1F2C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4BB34-E173-437A-869A-ECA8BC5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Consultas ciudadanas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89BDA-3F76-4DBE-8C7D-8B406EF0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9E17C-78C3-4658-95A4-C8C78563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Agenda, renovación y cancelación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2A34D-230A-48DE-BE13-C0F9DE53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B51C2-CE09-48FA-9C2D-7C85A5CF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PANEL IMSJ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ED642A-0CEB-47C3-A054-3E615F02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C3227-02D1-4DFA-893D-CBB1870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Noticias, materiales y FAQ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BA51E-9C25-4B69-82EC-F0035B17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8BF97-8AA0-4137-989F-3B690448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Banco de preguntas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5BB45-343C-4D71-9E26-0FB02E14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B9239-0C54-42C2-BAB0-71D9CC14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Franjas y agenda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6AB21-6543-48A3-8ACC-7FE46EF4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3AE4C9-E765-41FF-8A5E-A44B5FC8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2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Bandeja de consultas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9FEFAC-6866-4A48-95F2-D4083A3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9E0C21-677A-4D44-B38F-BD77DD0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Usuarios y permisos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70643-59D7-46D4-9AFD-602ACED1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32217D-7572-4288-9241-7C6A743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91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Historial de acciones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E909B0-14C9-40D1-9BE4-A0D86A8C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10250"/>
            <a:ext cx="76962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E862ED-97E4-4918-9B82-DDD41394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8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El sistema reserva franjas. La emisión o renovación legal de la libreta queda fuera del alcance.</a:t>
            </a:r>
          </a:p>
        </p:txBody>
      </p:sp>
    </p:spTree>
    <p:extLst>
      <p:ext uri="{BB962C8B-B14F-4D97-AF65-F5344CB8AC3E}">
        <p14:creationId xmlns:p14="http://schemas.microsoft.com/office/powerpoint/2010/main" val="2486210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06118-11F8-4030-802C-07E89F03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96E71-4E41-4E37-A82B-6F93C54B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DE388-D274-444F-A0AF-37CB3AB3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E234C-4EBD-4F27-8C3B-167B91AE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0222B-F4C3-4303-AC8D-29B0CA22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5934C-9571-4506-995A-3686C0CD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Dirección administra la operación diaria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135C3-C74A-425F-90C3-C821BC8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Agenda y consultas muestran que el panel va más allá de mantener contenido.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00428-BD1F-45ED-A881-F3FA774500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680fd26b84ef9"/>
          <a:srcRect xmlns:a="http://schemas.openxmlformats.org/drawingml/2006/main" l="2907" t="0" r="29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68580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791E7-40F5-43BE-8F88-BECA685ED7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fb96596364190"/>
          <a:srcRect xmlns:a="http://schemas.openxmlformats.org/drawingml/2006/main" l="7386" t="0" r="73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09750"/>
            <a:ext cx="3810000" cy="2514600"/>
          </a:xfrm>
          <a:prstGeom xmlns:a="http://schemas.openxmlformats.org/drawingml/2006/main" prst="roundRect">
            <a:avLst>
              <a:gd name="adj" fmla="val 530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0D50D-3CD2-45A8-A8F2-15B96DDF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3810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FA299-E117-4B3A-A5E0-38F79E47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20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Una misma herramienta permite consultar agenda, leer mensajes y mantener el contenido que ve la ciudadanía.</a:t>
            </a:r>
          </a:p>
        </p:txBody>
      </p:sp>
    </p:spTree>
    <p:extLst>
      <p:ext uri="{BB962C8B-B14F-4D97-AF65-F5344CB8AC3E}">
        <p14:creationId xmlns:p14="http://schemas.microsoft.com/office/powerpoint/2010/main" val="1222508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C6FCE-C682-4121-BE93-DC2820EF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0B5DA-427D-4898-8D17-ACB180FA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ACTO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D550D-4FAF-4C13-90F2-4CE276C7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Nada sale de la 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40D3B-4FAC-4AB2-8B56-69053ECC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La solución creció a través de decisiones registradas, demostraciones y cambios validados.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192FC-D98C-4A11-A8A9-4AC29125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87324-5197-4392-92F2-47E1DAE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NECESIDAD  ·  REQUISITO  ·  IMPLEMENTACIÓN  ·  EVIDENCIA</a:t>
            </a:r>
          </a:p>
        </p:txBody>
      </p:sp>
    </p:spTree>
    <p:extLst>
      <p:ext uri="{BB962C8B-B14F-4D97-AF65-F5344CB8AC3E}">
        <p14:creationId xmlns:p14="http://schemas.microsoft.com/office/powerpoint/2010/main" val="449460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74A460-2117-40B7-914B-F50A5F5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F10B1-F035-4EF7-83CC-7E742A2A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A642E-51B5-4B9B-A1EF-4EE37934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GESTIÓN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65192-BE2A-4E27-A256-21A6EE2F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43097-802C-4D87-A831-1974C929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B5BE2-20A9-4285-8589-9D920DE2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Cada etapa produjo la entrada de la siguiente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849DE-74A1-4EAC-A303-2BF7A80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proceso real alternó análisis, construcción, demostración y ajuste.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087E0-A715-4F47-BC45-80D7DCD5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DESCUBRIR Y DEFINIR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0AA35-30D8-4522-93C9-CF456124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89F01-48FF-4795-8043-2E19A2A0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3C3A2-FB63-45BA-B3C8-CDFAE2BF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PLANTEO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1578C-B284-4723-BF9E-C279E3D8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Necesidad general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AA000-3703-4970-AB00-0342D00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81BA1-6763-4703-A529-9E30752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PRIMERA</a:t>
            </a:r>
          </a:p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PUESTA EN LIMPIO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83FC3-1B4E-42CA-9D4A-B2584B3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Borrador de requisitos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98BCC-921D-4700-8C57-D5FCD376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E1C55-A091-4551-8D79-B2C0CC4B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09 JUL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323DF-09D7-4A05-8F13-7F6390A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Entrevista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31BA2-7903-459F-9735-048CAF90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CEF05-6783-4C32-BAFF-99C791C5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REQUISITOS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5DDDE-1E54-48AA-9607-77E1C6D5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Versión refinada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02C1C-01DB-43B0-942B-85FFA09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DF904-A133-44DA-A0B1-4B0B433D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22–28 JUL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23694-3CAB-4C02-B6C2-21CEE66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Historias y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28760-2594-4BC2-8C43-62EAF4CF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CONSTRUIR, MOSTRAR Y AJUSTAR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E1B4F-5535-47BC-9EE2-E849BC8D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87AAA-B84D-40AE-8634-2AB6E4FE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EEC4D8-27FC-4EE3-8840-EE68CE91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JUL–SEP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61CC0-4B6B-421C-BD84-8D4EC245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Sprints 1–4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5BBB8E-8E7C-4840-B23D-4E1F3D95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01E6A0-1EE6-4EA9-9184-CD72CA6C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32EDDE-8283-40E6-959E-F53D7465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Demo al cliente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83A298-7C31-42DC-9A79-3610E80B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AA1C0B-B9C8-4EC4-A1FB-0DA34A46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CAMBIOS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098B1F-0F3B-4A00-B187-3080EE5E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Registro y análisis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2BC878-874E-469D-93BA-61424D08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5D588A-3580-4375-947A-EDEE4080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SEP–OCT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582204-8A8D-4D3D-9177-EF696A30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Sprint 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08ABCB-FBAD-49EF-B7F9-D6B3EF43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969794-F570-4965-9592-9DEE091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13 OCT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77CA6-A00E-4B70-9D17-43C66391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Demo y aprobación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0132F8-7A95-4F52-887C-6848C020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959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DDC159-E17C-4EBB-A7C2-26D96F1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Ningún cambio quedó solo en una conversación: se registró, se implementó y volvió a demostrarse.</a:t>
            </a:r>
          </a:p>
        </p:txBody>
      </p:sp>
    </p:spTree>
    <p:extLst>
      <p:ext uri="{BB962C8B-B14F-4D97-AF65-F5344CB8AC3E}">
        <p14:creationId xmlns:p14="http://schemas.microsoft.com/office/powerpoint/2010/main" val="130505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D4915-45D3-44B0-AA26-81717741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F4841-95C6-404E-9E8A-EDD451F9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CA0F5-2FEE-4BCF-87E2-D9DFBFEC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CONTROL DE CAMBIOS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05CE1-0E83-452B-A529-C2D6E7BC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DB35D-2B1F-4BB9-9752-8A9A9641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F1C3E-5581-4557-AD47-39866EEA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primera demo cambió el producto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9EBF8-EC1E-4F69-A5F9-41119146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3 de septiembre el cliente pidió tres ampliaciones que alteraron alcance, datos y permisos.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F9218-F7AC-441A-BC1C-1380FBA4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03/09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A589C-02E0-42AF-94DD-D12033B2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DEMO CON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8286F-49BD-4C49-A633-367F720F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D48BB-1B0F-4925-8B6B-EBC43770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D4961-D711-42EA-BDC9-596F6A63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Consultas ciudadanas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D3688-D34B-45E2-8BCC-C74DE34E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Formulario público y bandeja de lectura en el panel.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93D36-90CA-4BF9-8A5C-85A6FCD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D8079-F5B6-46D9-908A-897CBE04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70E53-443B-4658-B8DA-930E1CD9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Aprobación separada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35FE8-5D49-4E42-9EF5-6E663F78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Directora revisa antes de que el personal publique.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0C9E0-44FA-482E-A8A6-726EDCF4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904AA-94E4-481E-BCF7-2EAA4422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50D37-CD17-4EAC-8041-010E4FE2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Imágenes en el simulacro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13D8A-EB49-4F9A-81E9-83A1C641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preguntas pueden representar situaciones reales de tránsito.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943BF-1EA9-430A-8110-F002DD68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1849BF-C8F1-4622-AAE0-4CDF0F8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CAMBIO REGISTRADO → IMPLEMENTADO → VALIDADO</a:t>
            </a:r>
          </a:p>
        </p:txBody>
      </p:sp>
    </p:spTree>
    <p:extLst>
      <p:ext uri="{BB962C8B-B14F-4D97-AF65-F5344CB8AC3E}">
        <p14:creationId xmlns:p14="http://schemas.microsoft.com/office/powerpoint/2010/main" val="210736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032D8-EB31-4802-9F1E-6AA29CE3B23F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81075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694C4-9B7B-4393-8756-59AA30B2195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58125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9A19E-885C-47C5-93F6-48A08481848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0550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B8FCC-361F-493E-8F03-4CCF736D18F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52875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2177E5-944F-491D-B497-C569AA15619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00025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E6BD8-99BA-47F3-91E8-01D9DF42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45230-70B6-4A45-AEAA-3F78244D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C03D7-8DFD-4BAE-A7CC-A34EB7FD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GESTIÓN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E0F09-A1FC-48F2-8B85-E544C254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D552E-274A-43F3-9442-21FC9997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023B8-32B8-4B46-AC4A-FD40D8EB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trazabilidad conecta la necesidad con la evidencia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5DBFD-2F73-43E8-82E5-30F6CE20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Cada decisión puede seguirse desde su origen hasta una comprobación concreta.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8AC88-E60D-4BEE-B534-132ABA21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DE721-0C6F-4CB1-8087-5C48748D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NECESIDAD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6890E-4F7B-4CFF-887E-531162FE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Entrevista o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52754-5AF4-4178-B23C-9F5AB11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8BCCE-B7E8-4307-91AA-94574468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REQUISITO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FAD46-C7F8-4936-B5F2-4D18B46E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RF / RNF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39B8F-4FA0-4362-BB3C-14EBD35A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ADEFA-2759-4AEA-948C-0FA78CC5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D8ECA-3B11-46E3-ADBB-E4F35877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US y criterio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ADFE6-1EEB-4131-A263-E2DF1A34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CAE2D-E96D-4DA4-A8FA-E2B09493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DESARROLLO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43C83-7ED3-406A-9758-570B82C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Pantalla, API y 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AC05D-E1C1-4EA7-9759-2219935F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E0B7F-0B03-410D-B5AA-57BAFF92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PRUEBA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C4427-8BEF-444B-8859-5D08421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Escenario esperado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90660F-CE74-43E7-8333-FC14C37B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F6B9D-0152-4B88-AFF4-6D18D91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EVIDENCIA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92D3E-4D75-4790-8113-939CC5DF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Resultado registrado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C8D25-B093-441A-8E6B-44BE5BC1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9334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D69511-9A18-4138-9114-B00778BF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434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Si la demostración descubre una necesidad nueva, el cambio vuelve al análisis y actualiza requisitos, historias, implementación y pruebas.</a:t>
            </a:r>
          </a:p>
        </p:txBody>
      </p:sp>
    </p:spTree>
    <p:extLst>
      <p:ext uri="{BB962C8B-B14F-4D97-AF65-F5344CB8AC3E}">
        <p14:creationId xmlns:p14="http://schemas.microsoft.com/office/powerpoint/2010/main" val="10547956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DDC50-93C6-43D1-B755-EA568320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BFE31-F1D4-4CAB-9836-5503B07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CONSTRUCCIÓN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C2476-5205-4DAD-8BE8-4E7A050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¿Cómo construimos el programa?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CFDD1-9CFF-4203-951F-753BFC2B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Tecnologías, capas, datos y reglas elegidas para responder al alcance que acabamos de recorrer.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68EAF-B8F0-4A4C-84CF-D3923EA9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EE366-2585-41BC-BDE9-57D213F5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FRONTEND  ·  API  ·  REGLAS  ·  DATOS  ·  DESPLIEGUE</a:t>
            </a:r>
          </a:p>
        </p:txBody>
      </p:sp>
    </p:spTree>
    <p:extLst>
      <p:ext uri="{BB962C8B-B14F-4D97-AF65-F5344CB8AC3E}">
        <p14:creationId xmlns:p14="http://schemas.microsoft.com/office/powerpoint/2010/main" val="18697238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1BCEF0-8CE7-4E79-98F5-4663AAF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B20DA-AF68-46F0-8FCC-37C670B8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47C1E-82AB-4E3E-A0ED-0E7DC03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7E405-35C8-40D9-9B45-8DDCCC18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F2982-1994-49F9-A4AF-BDC2365A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1195F-A882-4F55-A1BB-5EE76DD8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pila explícita y proporcional para ocho módulos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16AC2-C1DC-4D36-ACF8-1DDE688E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equipo priorizó un recorrido comprensible, pocas dependencias y despliegue repetible.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C9C74-8281-46A5-AAEF-F329F93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INTERFACES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D4BD1-21A0-4120-A211-C0796F4B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HTML + CSS + 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85F6F-6FFC-4C0F-ABE7-7A16EDCF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288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Dos públicos distintos y ejecución directa en el navegador.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94A08-5427-4D8B-A5AD-AC473E10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877F1-F9F6-4720-8E9C-8302C3FF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COMUNICACIÓN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3C065-9756-4B67-9840-FABC0B1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Fetch + JSON / multipart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D2C55-FBE2-4075-B91A-003EAFC4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Un cliente HTTP compartido concentra token, errores y archivos.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8A0CB-6A93-45E1-8032-BAD21295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A0721-B953-4865-8149-6255E933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0755B-1FA3-4635-9AF5-6216B0C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PHP 8.5 nativo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B695D-6980-44D2-A4E0-4EAF66C6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052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Rutas y reglas visibles. Sustituyó Laravel para facilitar comprensión y defensa.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89C1D-48C3-4AF0-8231-D1337E48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57C21-1A51-419A-A066-8B3E845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345E1-06CB-41CA-B8D2-EC32C947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62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PDO + MySQL 8.4 / InnoDB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A42CF-7F08-44B9-980F-D0AE5691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434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Relaciones, restricciones, transacciones y bloqueo de filas.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E09D1E-0AE3-4160-AB5D-D25AD1A2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00A25-C810-42F5-A560-41C3B64B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ENTORNO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92B5A-15DF-47C8-B944-2DAD0139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00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Apache + Docker Compose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4230F-DB4B-4653-8221-6148D586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816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Mismo origen para portal y API; dos servicios reconstruibles.</a:t>
            </a:r>
          </a:p>
        </p:txBody>
      </p:sp>
    </p:spTree>
    <p:extLst>
      <p:ext uri="{BB962C8B-B14F-4D97-AF65-F5344CB8AC3E}">
        <p14:creationId xmlns:p14="http://schemas.microsoft.com/office/powerpoint/2010/main" val="10252615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2D6E6-6971-4C25-922E-32B4E01CBDA8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9441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F205A8-E2D1-4341-8C64-F03CFC362B8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0010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D554B2-911E-434E-8E97-C10E206404B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579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03B21-02C0-4371-954D-E1FD00266B2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148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51A08-128D-4DFD-8614-F40B8B0382F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717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5BE61D-BDC1-46EE-9C06-8864E0E9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CF99B-A2C2-403C-B5B7-D57B8789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D5428-AD5E-45D9-A2C8-7CCA7BA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67F88-FE76-4485-AE1B-C0A2DD82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2ED15-854B-4208-A64B-EDBBE6B4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1740A-8EE2-4378-B6C3-53CC7D1A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petición atraviesa responsabilidades claras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106CF-70DD-4388-8496-6971D468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interfaz no consulta la base directamente y cada capa resuelve una parte del caso de uso.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1CAEB-DE09-4F46-8D06-0F1BF240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B2A86-FE22-48F4-9E05-222E3AC7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NAVEGADOR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30802-9228-4710-AAEB-681AB750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Portal o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92F39-ADBB-44B2-AEF9-C3B2EC25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61CB9-33BB-4D82-BE6C-51F620B5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E7706-1046-4116-B231-219DD6BA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Método y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0112F-6AA2-4C09-9E09-435AC298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9D229-C906-460A-951A-4D89BD87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920D9-5E38-445E-A29A-1628F5F5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Entrada y permisos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11ADD-048B-424B-BFA0-ED3B7F63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ECAF4-18CC-4F62-8BB0-BE3A0DE4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B8776-6EF7-49E7-9C30-861E994B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E02394-FA19-4268-AAFF-50FA1108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5B369-8D59-4FAA-90E1-5816498A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36448-4B37-4D1F-BB29-351B49AF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Consultas PDO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0C565-F931-4654-B06E-DB861DE5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14288">
            <a:solidFill>
              <a:srgbClr val="1220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3A21C9-20F2-4691-BEB2-CC9CA710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AA256-1D21-45F5-8E45-07623BEC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A49F77-8CFB-4137-8B4A-378C0B2E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0210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603A7-CF1F-4B7E-A657-505FB749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Ejemplo: reservar una franja exige autenticación, valida reglas, bloquea el último cupo y persiste todo dentro de una transacción.</a:t>
            </a:r>
          </a:p>
        </p:txBody>
      </p:sp>
    </p:spTree>
    <p:extLst>
      <p:ext uri="{BB962C8B-B14F-4D97-AF65-F5344CB8AC3E}">
        <p14:creationId xmlns:p14="http://schemas.microsoft.com/office/powerpoint/2010/main" val="15561866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0A7A8-C72A-482B-BC38-2F70BB9F40B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81075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C25EEE-B3DB-4211-8F40-E2B00589F948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858125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E462A1-480E-41EC-81C0-95AFFD698DC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0550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F8DCA8-E04A-4DA8-A44D-FE717AD77DC1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952875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ACA7B-DE92-4231-A7FE-83C1A63EFC7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0025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03179F-DF32-44BA-BAFF-F7D883A9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0DBD6-BC46-4272-849D-CBC45515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E0319-921E-4BE5-9EA0-D2C3642B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85C22-71B2-439E-84C8-7619840A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7DE7B-192E-4E39-8B60-AF46E3B4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24106-5101-4CB1-BFD4-13BE22B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caso de uso recorre archivos concretos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F40EC-6103-4F02-A255-BB64B4EF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reserva permite explicar interfaz, ruta, permisos, reglas, SQL, transacción y respuesta.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8089A-245E-4493-B2C0-42414ADD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04D6C-0CB8-49B2-B5CD-25777AFA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POST /api/reservas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758ED-DF7D-4F5B-B6FC-63F2A6CA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04DBE-B708-44B1-823B-630FC364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turnos.js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B9D8F-A6E9-4F08-8043-DB99930A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Envía la franja elegida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3D36D-6BFC-48C1-BF2D-05DCB47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D367B-B2C0-4B2C-A874-AC422534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public/index.php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3E40A-B5CF-40D4-B1DC-DE61C839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Reconoce método y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75D7F-7732-4898-B395-4FC69413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F20D6-6B28-4BE5-9E6D-390AB186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ReservaController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A8C22-7A8C-478C-8F35-49DA0383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Exige usuario y valida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08E51-8F9A-4367-B550-76249CFB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C233B-AF83-45CB-A83D-8B3BE04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ReservaService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7BE40-41A7-4372-9FC3-30C0E656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Aplica las reglas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93B2C-D947-497C-847E-F65F0366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2AFB2-C37B-4AF8-AC77-87722984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Reserva</a:t>
            </a:r>
          </a:p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E7F38-D447-424D-AE2B-DA2873D0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Bloquea y persiste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386423-FA8E-4F2E-97E8-EB95BC47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24E67-715F-462A-AA6B-9E16DB8F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Response 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187D3-4436-4045-AFBC-269369F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Devuelve HTTP 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847C58-93F2-4C63-8D87-B98D6CA2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AE3DA6-76FF-4B29-B2AD-6E63BDE2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24450"/>
            <a:ext cx="834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Dentro de la transacción se comprueba la franja, la fecha, la duplicación y el cupo. Ante un fallo se ejecuta rollback.</a:t>
            </a:r>
          </a:p>
        </p:txBody>
      </p:sp>
    </p:spTree>
    <p:extLst>
      <p:ext uri="{BB962C8B-B14F-4D97-AF65-F5344CB8AC3E}">
        <p14:creationId xmlns:p14="http://schemas.microsoft.com/office/powerpoint/2010/main" val="17183022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83947-69CD-4FB4-9732-CB81000BA2C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62500" y="2819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CCB87-CC9F-4017-9BD8-2D95D3EE590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76500" y="2819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7A7129-65AF-46D4-900E-94828A70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3FDAB-E914-4477-8DDA-792E4DDC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FFC86-C57A-40C6-A4E1-7AEDE0A0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09AB1-673E-4CB5-AADB-DBD819A4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69754-9D13-434F-BC55-AFEB9814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272E3-E8FF-445F-A172-C212356F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El modelo de datos sostiene reglas del dominio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A0E21-916F-4051-B2FA-FAF815D3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relaciones y restricciones complementan las validaciones de la aplicación.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9D27B-C22A-4B39-BD9D-9E3AB2F6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RESERVAS Y CAPACIDAD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9DEEC-BCC2-46B7-A046-670B5DD8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E78B1-7BC6-405D-A9FE-C2831F33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USUARIOS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9CC13-40FA-4858-B51E-8E2A57AD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FC65E-1F9F-4CBE-8254-E8FE1C9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RESERVAS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DA3D1-11D6-4B56-91F5-E7218C4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D8A0F-5DF8-4037-9B09-71F5E6CD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FRANJAS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4AE7C-ED1A-413C-BF65-FF7D8D19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FK + índice único usuario/franja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12467-CFC2-4FEC-AFFB-CF2E2D14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99E38-0B21-4074-9C73-398D86DA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CONTENIDOS Y TRAZABILIDAD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F0CDB-DC46-4040-A404-3C5F7FA0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429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140E3-1C61-4210-8070-F49092DB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0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 · MATERIALES · FAQ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966A5-C9F1-4060-BFCA-0A631D2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429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FA80B-7F97-49DD-82DD-AFBC4681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ESTADO Y VIGENCIA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E0D51-F709-41C0-8091-00CAEAE2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429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B1ACE-F93B-476A-B4C1-CDFC3F8F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HISTORIAL DE ACCIONES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36284D-33BB-4D42-ACCA-B72F7C5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61722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0498F8-3282-4004-915D-A251720A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MySQL InnoDB aporta claves foráneas, transacciones y bloqueo de filas. PDO mantiene el SQL visible y usa valores parametrizados.</a:t>
            </a:r>
          </a:p>
        </p:txBody>
      </p:sp>
    </p:spTree>
    <p:extLst>
      <p:ext uri="{BB962C8B-B14F-4D97-AF65-F5344CB8AC3E}">
        <p14:creationId xmlns:p14="http://schemas.microsoft.com/office/powerpoint/2010/main" val="279792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BA19B-73E6-4162-9335-38A23242F4D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29B3B-77E1-4F62-9316-91F0439784E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531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B0647-00ED-435E-B981-B22A1F23949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95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C591D-8631-488D-B222-C6B51C56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EE6EF-4E72-4336-A7B0-AE81E89F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8ABB6-A845-49D7-A464-9CA1719D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370AB-5B6F-42F3-88C6-64927248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F3A5C-67C1-4E87-8D91-6A27341B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992A1-62AC-4131-B39C-A48407EF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Publicar requiere una secuencia controlada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27240-F927-474D-9839-93D1118A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Los estados implementan la aprobación solicitada durante la demostración.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72A3D-99E3-4A66-B697-061A0D31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5A60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7457B-5501-4241-89FA-E80DAFF1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BORRADOR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78BA7-FF0A-4370-A346-E5711831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crea o edita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70F89-C455-4736-B5E8-F5770727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4288">
            <a:solidFill>
              <a:srgbClr val="B979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1DC79-CEEF-417F-9ECE-4D195B16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B9790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2B5BD-5C20-43B0-80DB-2CAB278A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envía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C4971-33C3-4836-BAEB-1A98CE6F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7EF14-40C8-4A03-8D6F-F45B5186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APROBADO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4D907-B776-49B8-9493-7724FEB6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Directora aprueba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67A73-7B99-4DE8-ABAB-CE268862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4D492-F6B6-45BA-81DE-13EECF80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PUBLICADO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9B72D-B6CA-43E5-95C7-1075D93E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publica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4825D-9BF9-4BF1-8FD0-E8E691A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6896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2D821-E5A3-4BD0-B50A-5CCB15C9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632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Si alguien edita el contenido, vuelve a borrador y necesita una aprobación nueva.</a:t>
            </a:r>
          </a:p>
        </p:txBody>
      </p:sp>
    </p:spTree>
    <p:extLst>
      <p:ext uri="{BB962C8B-B14F-4D97-AF65-F5344CB8AC3E}">
        <p14:creationId xmlns:p14="http://schemas.microsoft.com/office/powerpoint/2010/main" val="12879773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1B9F5-2706-4B74-97DE-217F182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6FF09-34F9-4839-AE45-B84FC6E5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9CE61-ACB7-4732-9512-E218C163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INFRAESTRUCTURA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DCB93-F21E-4BAA-A000-EF7935B3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DDF38-2922-40D0-9AE0-314A3CF8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30E39-7BA0-4CE3-BE30-325EB6ED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entorno reconstruible y separable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E5E2A-4AD0-44C5-9BA1-14578853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Docker Compose describe aplicación, base, persistencia y controles de salud.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D8EA8-5783-4304-B2AE-F9AA8E80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0934700" cy="38862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A6B0C-7807-4991-B9C9-4DD50188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DE019-3E7A-46E4-8CF4-1CC342F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UBUNTU SERVER 26.04 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2EEF0-D3EE-4E91-AA13-26AC4560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4B501-7E16-4BA7-AE94-FA070161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APP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Apache + PHP + API +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66770-0082-42C0-A282-54376364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7B212-8D9B-43E8-82E5-F3C1970A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DB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MySQL 8.4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236C7-762C-4235-9339-C74D23633FC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4671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AD093-458D-4182-A259-327539EE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red interna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5C0DD-4836-4B0D-BBD7-CAD74FC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41F63-3A16-4DC4-BF03-DE7BE032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Adjuntos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A7A78-806E-41E5-BE44-750FD15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5C20E-4CBE-4812-BECB-22AACF9F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Caché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65D46-721D-49DB-9A06-620A9DDE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0100"/>
            <a:ext cx="2095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273B91-2A02-4FB5-A6D1-1F369C3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Datos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D4133-4256-4BD4-B91B-6A78256D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VOLÚMENES PERSISTENTES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D50D3-2E9E-4D70-83C6-1D5EF0A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7A63E-018C-4899-8EFA-7C8C582E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2 vCPU · 4 GB RAM · 30 GB SSD/NVMe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0A59C-3375-42EA-AE01-53F87B9B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483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Punto inicial. La capacidad de 90 sesiones todavía requiere una prueba de carga.</a:t>
            </a:r>
          </a:p>
        </p:txBody>
      </p:sp>
    </p:spTree>
    <p:extLst>
      <p:ext uri="{BB962C8B-B14F-4D97-AF65-F5344CB8AC3E}">
        <p14:creationId xmlns:p14="http://schemas.microsoft.com/office/powerpoint/2010/main" val="3889222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886F6-6176-47E3-B558-BB857E6B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72A0E-F57E-4C5D-8777-967C8180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AE9DE-EB7C-405F-A4B4-072A16FA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CIBERSEGURIDAD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13452-2A75-4E6F-9E4A-EDA9A0D9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BD2C9-DE1A-49F6-B6D8-2214F4B1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8A9A1-C924-45F1-83B6-B5B76722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Controles y pruebas de 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8ED41-2304-4EFA-BFC3-29ECDC5E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Primero se redujo la superficie de riesgo. Después se buscaron fallos desde distintas perspectivas.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6D2D6-4532-40EA-B525-B35A70F9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DENTRO DEL 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21A01-3A0D-4181-BD54-1D1ADE4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3E190-49E3-47C5-A7EC-C58C1E9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Hash de contraseñas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1D3C5-6106-456C-BA05-53BD0E50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B65CD-79D2-48CE-92D7-B5961D6C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Permisos en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E74B9-7395-45A1-8A0E-D680388E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FE290-7B52-4D64-831A-83CBAAF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PDO con parámetros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50146-FF01-4A9F-B95A-AD1330B9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3EAAE-184E-43A1-93CC-C570F6EC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Validación y transacciones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D7D6D-C977-4D50-85B5-F3D5326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DBC76-0379-4672-A385-96E28A6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CONTRA EL SISTEMA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6B8FC-6D2B-416C-A1E5-81963DEB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461C4-F551-4C28-B231-337090B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SAST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D7B48-B0C8-497D-8358-2385FC2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Análisis del código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0892C-1188-4A32-8588-BD9D6C1B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F78EE-F8EC-4D23-9122-D789D0F2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DAST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0CD4D-B30C-420D-8E29-214FC362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OWASP ZAP en ejecución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CA633-3255-4E45-A2C7-27233C2B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E15ED-D3FD-4FA3-9791-E665C2C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0AA2E-972C-436E-9A0A-3B177C88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Puertos expuestos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5C0EA-8473-4202-AC76-226B2E7B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972415-9F70-4038-8AF2-D76E698A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02EA5-2D67-4AED-8F15-01DD600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Auditoría Bash por perfiles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A06565-A992-497A-87A2-057612B7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45910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18773-C53A-4182-9449-6F071D5B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97"/>
          </a:bodyPr>
          <a:lstStyle xmlns:a="http://schemas.openxmlformats.org/drawingml/2006/main">
            <a:def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Los hallazgos se registran, corrigen y vuelven a probar.</a:t>
            </a:r>
          </a:p>
        </p:txBody>
      </p:sp>
    </p:spTree>
    <p:extLst>
      <p:ext uri="{BB962C8B-B14F-4D97-AF65-F5344CB8AC3E}">
        <p14:creationId xmlns:p14="http://schemas.microsoft.com/office/powerpoint/2010/main" val="11717335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A4BDF-39A0-4344-8717-A2EAD278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EVIDENCIA DE LA VERSIÓN VERIFICADA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7229F-687F-46AB-BF9E-F096E0C3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Resultados que se pueden defender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5DA88-1CF8-4DAC-ACA0-4A15FCDE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BBE5F-E74C-4C7D-BB04-D9CABB3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192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B2F84-6FD7-49F4-87BD-8C365560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comprobaciones de integración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6C762-C421-4F59-AF60-9D4D6C47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78371-46F3-4D6E-A99D-82D2761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BDF81-D5AB-49E0-9877-C71A1D44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endpoints cubiertos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C0474-ACD9-4621-9E4C-BB45DD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E7783-7C67-4BDC-ADEE-BA399049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6ED0A6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985C5-39DF-4007-B52B-EB4F5D8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pruebas de seguridad aprobadas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FF2FD-F8B7-4B1B-8645-A145268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22346E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40B75-A100-4E36-ADBE-3341CAF6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201 / 422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3D349-5C54-4443-BDF9-A87B4F7C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dos solicitudes, un último cupo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91CEE-5304-43DC-87D3-E3814331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La prueba concurrente no sustituye una prueba de carga. El objetivo de 90 sesiones continúa pendiente de medición.</a:t>
            </a:r>
          </a:p>
        </p:txBody>
      </p:sp>
    </p:spTree>
    <p:extLst>
      <p:ext uri="{BB962C8B-B14F-4D97-AF65-F5344CB8AC3E}">
        <p14:creationId xmlns:p14="http://schemas.microsoft.com/office/powerpoint/2010/main" val="12734085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0AF74-1C13-46A1-B0F1-F7555656F017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057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D6F81-EDC7-4E82-87CA-43FF85A1DF7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290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70F35-31EC-4589-BD90-FE197BFC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8DB28-046A-4D6A-B904-130A96F35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7445d7e90478d"/>
          <a:stretch xmlns:a="http://schemas.openxmlformats.org/drawingml/2006/main"/>
        </p:blipFill>
        <p:spPr>
          <a:xfrm xmlns:a="http://schemas.openxmlformats.org/drawingml/2006/main">
            <a:off x="781050" y="581315"/>
            <a:ext cx="590550" cy="53282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09D0-12F1-438E-B503-275E68EF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47921-A156-429F-8CB9-0CF0A7B8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historia vuelve al punto de partida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FAB1E-DE59-4083-9D0F-7AC3056E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3454C-3E08-4A13-9C1F-00CABD7C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Información clara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1CDCE-1C3C-4C1F-B734-5F00867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19400" cy="156210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F40FE-0E24-4DD5-9BB1-A23B24E9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590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F1649-9B67-4EFF-9A12-DAD01F0D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01F8F-D2BD-4C4D-9174-8C7A729E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Gestión controlada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0697A-83F6-45CC-B980-B1EBB789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Una solución construida mediante relevamiento, decisiones, validación y evidencia.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CF533-74AB-4731-BAC9-89C54B8A6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f6f24a15f4b91"/>
          <a:stretch xmlns:a="http://schemas.openxmlformats.org/drawingml/2006/main"/>
        </p:blipFill>
        <p:spPr>
          <a:xfrm xmlns:a="http://schemas.openxmlformats.org/drawingml/2006/main">
            <a:off x="10734675" y="60960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68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2026-10-27T21:29:07.3050000Z</dcterms:created>
  <dcterms:modified xsi:type="dcterms:W3CDTF">2026-10-27T21:29:07.3050000Z</dcterms:modified>
</coreProperties>
</file>