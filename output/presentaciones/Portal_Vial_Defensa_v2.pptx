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35d7ec828a473e" /><Relationship Type="http://schemas.openxmlformats.org/officeDocument/2006/relationships/extended-properties" Target="/docProps/app.xml" Id="Rfaaefefb15974ee9" /><Relationship Type="http://schemas.openxmlformats.org/officeDocument/2006/relationships/officeDocument" Target="/ppt/presentation.xml" Id="R9ab6912c0f7645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d5310089794260"/>
  </p:sldMasterIdLst>
  <p:notesMasterIdLst>
    <p:notesMasterId xmlns:r="http://schemas.openxmlformats.org/officeDocument/2006/relationships" r:id="Rfbe13ac3f1a344ee"/>
  </p:notesMasterIdLst>
  <p:sldIdLst>
    <p:sldId xmlns:r="http://schemas.openxmlformats.org/officeDocument/2006/relationships" id="256" r:id="R5c874ab64f384fef"/>
    <p:sldId xmlns:r="http://schemas.openxmlformats.org/officeDocument/2006/relationships" id="257" r:id="Rd298df4613b2481f"/>
    <p:sldId xmlns:r="http://schemas.openxmlformats.org/officeDocument/2006/relationships" id="258" r:id="R4c3026c4ba5e4ce6"/>
    <p:sldId xmlns:r="http://schemas.openxmlformats.org/officeDocument/2006/relationships" id="259" r:id="R86570c5e4cef415e"/>
    <p:sldId xmlns:r="http://schemas.openxmlformats.org/officeDocument/2006/relationships" id="260" r:id="Rcdd5edf0df8c4af9"/>
    <p:sldId xmlns:r="http://schemas.openxmlformats.org/officeDocument/2006/relationships" id="261" r:id="R385747504b87495b"/>
    <p:sldId xmlns:r="http://schemas.openxmlformats.org/officeDocument/2006/relationships" id="262" r:id="R320660c6d3974c79"/>
    <p:sldId xmlns:r="http://schemas.openxmlformats.org/officeDocument/2006/relationships" id="263" r:id="R4c1162b552d64fa4"/>
    <p:sldId xmlns:r="http://schemas.openxmlformats.org/officeDocument/2006/relationships" id="264" r:id="Ra1897d47c4234bc1"/>
    <p:sldId xmlns:r="http://schemas.openxmlformats.org/officeDocument/2006/relationships" id="265" r:id="Raf3f2fcdefad49b5"/>
    <p:sldId xmlns:r="http://schemas.openxmlformats.org/officeDocument/2006/relationships" id="266" r:id="R4021cd1c25594cf5"/>
    <p:sldId xmlns:r="http://schemas.openxmlformats.org/officeDocument/2006/relationships" id="267" r:id="R23aed45986224420"/>
    <p:sldId xmlns:r="http://schemas.openxmlformats.org/officeDocument/2006/relationships" id="268" r:id="Rb8474d58213c41df"/>
    <p:sldId xmlns:r="http://schemas.openxmlformats.org/officeDocument/2006/relationships" id="269" r:id="R156c005f8360449c"/>
    <p:sldId xmlns:r="http://schemas.openxmlformats.org/officeDocument/2006/relationships" id="270" r:id="Rbc6b844b964545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c23c1454984a69" /><Relationship Type="http://schemas.openxmlformats.org/officeDocument/2006/relationships/slideMaster" Target="/ppt/slideMasters/slideMaster1.xml" Id="R05d5310089794260" /><Relationship Type="http://schemas.openxmlformats.org/officeDocument/2006/relationships/notesMaster" Target="/ppt/notesMasters/notesMaster1.xml" Id="Rfbe13ac3f1a344ee" /><Relationship Type="http://schemas.openxmlformats.org/officeDocument/2006/relationships/presProps" Target="/ppt/presProps.xml" Id="Reb4f29a212594521" /><Relationship Type="http://schemas.openxmlformats.org/officeDocument/2006/relationships/tableStyles" Target="/ppt/tableStyles.xml" Id="Rdb6b7d59ef2a4113" /><Relationship Type="http://schemas.openxmlformats.org/officeDocument/2006/relationships/slide" Target="/ppt/slides/slide1.xml" Id="R5c874ab64f384fef" /><Relationship Type="http://schemas.openxmlformats.org/officeDocument/2006/relationships/slide" Target="/ppt/slides/slide2.xml" Id="Rd298df4613b2481f" /><Relationship Type="http://schemas.openxmlformats.org/officeDocument/2006/relationships/slide" Target="/ppt/slides/slide3.xml" Id="R4c3026c4ba5e4ce6" /><Relationship Type="http://schemas.openxmlformats.org/officeDocument/2006/relationships/slide" Target="/ppt/slides/slide4.xml" Id="R86570c5e4cef415e" /><Relationship Type="http://schemas.openxmlformats.org/officeDocument/2006/relationships/slide" Target="/ppt/slides/slide5.xml" Id="Rcdd5edf0df8c4af9" /><Relationship Type="http://schemas.openxmlformats.org/officeDocument/2006/relationships/slide" Target="/ppt/slides/slide6.xml" Id="R385747504b87495b" /><Relationship Type="http://schemas.openxmlformats.org/officeDocument/2006/relationships/slide" Target="/ppt/slides/slide7.xml" Id="R320660c6d3974c79" /><Relationship Type="http://schemas.openxmlformats.org/officeDocument/2006/relationships/slide" Target="/ppt/slides/slide8.xml" Id="R4c1162b552d64fa4" /><Relationship Type="http://schemas.openxmlformats.org/officeDocument/2006/relationships/slide" Target="/ppt/slides/slide9.xml" Id="Ra1897d47c4234bc1" /><Relationship Type="http://schemas.openxmlformats.org/officeDocument/2006/relationships/slide" Target="/ppt/slides/slide10.xml" Id="Raf3f2fcdefad49b5" /><Relationship Type="http://schemas.openxmlformats.org/officeDocument/2006/relationships/slide" Target="/ppt/slides/slide11.xml" Id="R4021cd1c25594cf5" /><Relationship Type="http://schemas.openxmlformats.org/officeDocument/2006/relationships/slide" Target="/ppt/slides/slide12.xml" Id="R23aed45986224420" /><Relationship Type="http://schemas.openxmlformats.org/officeDocument/2006/relationships/slide" Target="/ppt/slides/slide13.xml" Id="Rb8474d58213c41df" /><Relationship Type="http://schemas.openxmlformats.org/officeDocument/2006/relationships/slide" Target="/ppt/slides/slide14.xml" Id="R156c005f8360449c" /><Relationship Type="http://schemas.openxmlformats.org/officeDocument/2006/relationships/slide" Target="/ppt/slides/slide15.xml" Id="Rbc6b844b964545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bc431042c84a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224e04cfe04da8" /><Relationship Type="http://schemas.openxmlformats.org/officeDocument/2006/relationships/notesMaster" Target="/ppt/notesMasters/notesMaster1.xml" Id="Rf0dc512ee3f449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a3964236884462" /><Relationship Type="http://schemas.openxmlformats.org/officeDocument/2006/relationships/notesMaster" Target="/ppt/notesMasters/notesMaster1.xml" Id="R8d3fd3da2de642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3b27c7bf964a18" /><Relationship Type="http://schemas.openxmlformats.org/officeDocument/2006/relationships/notesMaster" Target="/ppt/notesMasters/notesMaster1.xml" Id="R33a3689207f74d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a6b12487c74ee8" /><Relationship Type="http://schemas.openxmlformats.org/officeDocument/2006/relationships/notesMaster" Target="/ppt/notesMasters/notesMaster1.xml" Id="Rcd63c1ac5e4549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71816abb754b32" /><Relationship Type="http://schemas.openxmlformats.org/officeDocument/2006/relationships/notesMaster" Target="/ppt/notesMasters/notesMaster1.xml" Id="R20c53f9ccaa04b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dbe3608815431c" /><Relationship Type="http://schemas.openxmlformats.org/officeDocument/2006/relationships/notesMaster" Target="/ppt/notesMasters/notesMaster1.xml" Id="R45fa357b4fe647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81abd950584250" /><Relationship Type="http://schemas.openxmlformats.org/officeDocument/2006/relationships/notesMaster" Target="/ppt/notesMasters/notesMaster1.xml" Id="R7ed07c3d501c4e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789f36a30143f0" /><Relationship Type="http://schemas.openxmlformats.org/officeDocument/2006/relationships/notesMaster" Target="/ppt/notesMasters/notesMaster1.xml" Id="R97698ef16cf74b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0ada5a8d734ab2" /><Relationship Type="http://schemas.openxmlformats.org/officeDocument/2006/relationships/notesMaster" Target="/ppt/notesMasters/notesMaster1.xml" Id="R4a67894168c84e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9dd8e2d3cf4ef1" /><Relationship Type="http://schemas.openxmlformats.org/officeDocument/2006/relationships/notesMaster" Target="/ppt/notesMasters/notesMaster1.xml" Id="R7d212e843bf443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e5cb65ce5f455a" /><Relationship Type="http://schemas.openxmlformats.org/officeDocument/2006/relationships/notesMaster" Target="/ppt/notesMasters/notesMaster1.xml" Id="R405a23c625a242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c341d950ff4d33" /><Relationship Type="http://schemas.openxmlformats.org/officeDocument/2006/relationships/notesMaster" Target="/ppt/notesMasters/notesMaster1.xml" Id="R7944f9a1a60f48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7c311766604cc0" /><Relationship Type="http://schemas.openxmlformats.org/officeDocument/2006/relationships/notesMaster" Target="/ppt/notesMasters/notesMaster1.xml" Id="Ra1064e598e1049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3a6ef31fcc4646" /><Relationship Type="http://schemas.openxmlformats.org/officeDocument/2006/relationships/notesMaster" Target="/ppt/notesMasters/notesMaster1.xml" Id="R908744ec4efc47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36d84ca5c84f46" /><Relationship Type="http://schemas.openxmlformats.org/officeDocument/2006/relationships/notesMaster" Target="/ppt/notesMasters/notesMaster1.xml" Id="R6c050fe8195e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una pausa breve. No presentar tecnologías todavía.</a:t>
            </a:r>
          </a:p>
          <a:p xmlns:a="http://schemas.openxmlformats.org/drawingml/2006/main">
            <a:r>
              <a:t>Frase sugerida: Portal Vial nace al conectar una necesidad ciudadana con una necesidad institucional.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C:\Users\ASUS\Desktop\Proyecto1\Proyecto-IMSJ\output\pdf\guia_identidad_grafica_documentacion_imsj.pdf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Contar la situación como una escena, no como una lista de requisitos.</a:t>
            </a:r>
          </a:p>
          <a:p xmlns:a="http://schemas.openxmlformats.org/drawingml/2006/main">
            <a:r>
              <a:t>Evitar afirmar que no existe información en ningún lado. Hablar de información distribuida y dificultad para encontrar la versión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C:\Users\ASUS\Desktop\Proyecto1\Proyecto-IMSJ\docs\ingenieria_software\informe entrevista.md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el producto con una sola frase.</a:t>
            </a:r>
          </a:p>
          <a:p xmlns:a="http://schemas.openxmlformats.org/drawingml/2006/main">
            <a:r>
              <a:t>Después pasar de inmediato a situaciones reales y a las pantallas.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las preguntas como guía de la demostración: ¿necesitás estudiar?, ¿noticias?, ¿una duda?, ¿no está respondida?</a:t>
            </a:r>
          </a:p>
          <a:p xmlns:a="http://schemas.openxmlformats.org/drawingml/2006/main">
            <a:r>
              <a:t>Las capturas funcionan como respaldo si la demo en vivo no está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C:\Users\ASUS\Desktop\Proyecto1\Proyecto-IMSJ\docs\ingenieria_software\Requerimientos.md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Cambiar al sistema en vivo desde esta diapositiva.</a:t>
            </a:r>
          </a:p>
          <a:p xmlns:a="http://schemas.openxmlformats.org/drawingml/2006/main">
            <a:r>
              <a:t>Recorrer el portal como una persona usuaria. No explicar todavía la arquitectura.</a:t>
            </a:r>
          </a:p>
          <a:p xmlns:a="http://schemas.openxmlformats.org/drawingml/2006/main">
            <a:r>
              <a:t>Si la demo falla, mantener esta pantalla y continuar con el recorrido narrado.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un flujo de punta a punta: crear, enviar a revisión, aprobar, publicar y comprobar su aparición en el portal.</a:t>
            </a:r>
          </a:p>
          <a:p xmlns:a="http://schemas.openxmlformats.org/drawingml/2006/main">
            <a:r>
              <a:t>Mencionar que el historial conserva las acciones administrativas.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transición entre la venta del producto y la ingeniería.</a:t>
            </a:r>
          </a:p>
          <a:p xmlns:a="http://schemas.openxmlformats.org/drawingml/2006/main">
            <a:r>
              <a:t>Frase sugerida: lo que acabamos de ver no apareció de una vez; cada función tiene un origen y una decisión.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Contar fechas concretas para demostrar trazabilidad.</a:t>
            </a:r>
          </a:p>
          <a:p xmlns:a="http://schemas.openxmlformats.org/drawingml/2006/main">
            <a:r>
              <a:t>No presentar el proceso como lineal perfecto. La demo del 03/09 produjo cambios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C:\Users\ASUS\Desktop\Proyecto1\Proyecto-IMSJ\docs\ingenieria_software\actas_reuniones.md</a:t>
            </a:r>
          </a:p>
          <a:p xmlns:a="http://schemas.openxmlformats.org/drawingml/2006/main">
            <a:r>
              <a:t>Fuente: C:\Users\ASUS\Desktop\Proyecto1\Proyecto-IMSJ\docs\ingenieria_software\actas_sprint_review.md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impacto: consultas agregó un nuevo flujo; aprobación exigió roles y estados; imágenes afectó archivos y validación.</a:t>
            </a:r>
          </a:p>
          <a:p xmlns:a="http://schemas.openxmlformats.org/drawingml/2006/main">
            <a:r>
              <a:t>Cerrar con la segunda demo y la aprobación del 13/10.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C:\Users\ASUS\Desktop\Proyecto1\Proyecto-IMSJ\docs\ingenieria_software\control_cambios.md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un solo caso de punta a punta: POST /api/reservas.</a:t>
            </a:r>
          </a:p>
          <a:p xmlns:a="http://schemas.openxmlformats.org/drawingml/2006/main">
            <a:r>
              <a:t>Destacar que el bloqueo y la transacción evitan dos reservas sobre el último cupo.</a:t>
            </a:r>
          </a:p>
          <a:p xmlns:a="http://schemas.openxmlformats.org/drawingml/2006/main">
            <a:r>
              <a:t>Relacionar cada capa con una responsabilidad, no leer nombres de carpetas.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esta regla con los permisos del backend y el historial de acciones.</a:t>
            </a:r>
          </a:p>
          <a:p xmlns:a="http://schemas.openxmlformats.org/drawingml/2006/main">
            <a:r>
              <a:t>Ocultar botones en el frontend ayuda a la interfaz, pero la autorización real ocurre en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C:\Users\ASUS\Desktop\Proyecto1\Proyecto-IMSJ\docs\ingenieria_software\Requerimientos.md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hay dos contenedores: actualizar la aplicación sin reemplazar los datos.</a:t>
            </a:r>
          </a:p>
          <a:p xmlns:a="http://schemas.openxmlformats.org/drawingml/2006/main">
            <a:r>
              <a:t>Aclarar que MySQL no publica su puerto hacia la red.</a:t>
            </a:r>
          </a:p>
          <a:p xmlns:a="http://schemas.openxmlformats.org/drawingml/2006/main">
            <a:r>
              <a:t>No presentar 90 usuarios como capacidad comprobada. Es un objetivo de dimensionamiento pendiente de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C:\Users\ASUS\Desktop\Proyecto1\Proyecto-IMSJ\docs\administracion_ssoo\justificacion-tecnologica.md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controles preventivos de técnicas de verificación.</a:t>
            </a:r>
          </a:p>
          <a:p xmlns:a="http://schemas.openxmlformats.org/drawingml/2006/main">
            <a:r>
              <a:t>No decir que una herramienta garantiza seguridad. Explicar alcance y revalidación de hallazgos.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C:\Users\ASUS\Desktop\Proyecto1\Proyecto-IMSJ\docs\electiva_ciberseguridad\checklist_ciberseguridad_entrega_final.md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los números con su significado. Las 192 comprobaciones no equivalen a cobertura de líneas.</a:t>
            </a:r>
          </a:p>
          <a:p xmlns:a="http://schemas.openxmlformats.org/drawingml/2006/main">
            <a:r>
              <a:t>Explicar el caso 201/422: exactamente una reserva persistió cuando dos procesos compitieron por el último cupo.</a:t>
            </a:r>
          </a:p>
          <a:p xmlns:a="http://schemas.openxmlformats.org/drawingml/2006/main">
            <a:r>
              <a:t>Mantener visible la limitación sobre la prueba de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C:\Users\ASUS\Desktop\Proyecto1\Proyecto-IMSJ\docs\ingenieria_software\plan_informe_pruebas.md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retomando a los dos actores del comienzo.</a:t>
            </a:r>
          </a:p>
          <a:p xmlns:a="http://schemas.openxmlformats.org/drawingml/2006/main">
            <a:r>
              <a:t>Frase sugerida: Portal Vial no es solamente un sitio; es el resultado de convertir dos necesidades en un sistema gestionable, comprobable y preparado para evolucionar.</a:t>
            </a:r>
          </a:p>
          <a:p xmlns:a="http://schemas.openxmlformats.org/drawingml/2006/main">
            <a:r>
              <a:t>Dejar la diapositiva visible durante las preguntas.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ae6fe1eba40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b85fae73f4b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ba8a545a546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e3edc53c5641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fd44604f14e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7141f6bf741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49CB5D-40BD-45B5-9BD0-F560F8A39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27092F-61DB-44F3-945B-88966F76ED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BB5023-22DA-4CDD-9A77-851BB044F8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37384A-C123-4A2E-8EA9-038AC837A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848482-6C11-4B48-93CA-65C79EF77E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527F55-D1AE-4DC7-86F1-E6FF42E9E1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567AFA-635C-40FB-85CC-0E134542C6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1CA3B6-248C-4CA2-AFD6-9543430E00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A099C6-841B-475A-8C0E-A4D354B399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627AA6-B161-4EA8-A364-74AE8711E4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7fc2f855e74890" /><Relationship Type="http://schemas.openxmlformats.org/officeDocument/2006/relationships/slideLayout" Target="/ppt/slideLayouts/slideLayout1.xml" Id="R3fdb1bb71a44431f" /><Relationship Type="http://schemas.openxmlformats.org/officeDocument/2006/relationships/slideLayout" Target="/ppt/slideLayouts/slideLayout2.xml" Id="R7c7fd468e67e48ec" /><Relationship Type="http://schemas.openxmlformats.org/officeDocument/2006/relationships/slideLayout" Target="/ppt/slideLayouts/slideLayout3.xml" Id="R2a446adcb6df483c" /><Relationship Type="http://schemas.openxmlformats.org/officeDocument/2006/relationships/slideLayout" Target="/ppt/slideLayouts/slideLayout4.xml" Id="R413603df32844bc6" /><Relationship Type="http://schemas.openxmlformats.org/officeDocument/2006/relationships/slideLayout" Target="/ppt/slideLayouts/slideLayout5.xml" Id="R2b24645df6814bec" /><Relationship Type="http://schemas.openxmlformats.org/officeDocument/2006/relationships/slideLayout" Target="/ppt/slideLayouts/slideLayout6.xml" Id="R972d42008fad46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db1bb71a44431f"/>
    <p:sldLayoutId xmlns:r="http://schemas.openxmlformats.org/officeDocument/2006/relationships" id="2147483650" r:id="R7c7fd468e67e48ec"/>
    <p:sldLayoutId xmlns:r="http://schemas.openxmlformats.org/officeDocument/2006/relationships" id="2147483651" r:id="R2a446adcb6df483c"/>
    <p:sldLayoutId xmlns:r="http://schemas.openxmlformats.org/officeDocument/2006/relationships" id="2147483652" r:id="R413603df32844bc6"/>
    <p:sldLayoutId xmlns:r="http://schemas.openxmlformats.org/officeDocument/2006/relationships" id="2147483653" r:id="R2b24645df6814bec"/>
    <p:sldLayoutId xmlns:r="http://schemas.openxmlformats.org/officeDocument/2006/relationships" id="2147483654" r:id="R972d42008fad46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cf517a55e40ca" /><Relationship Type="http://schemas.openxmlformats.org/officeDocument/2006/relationships/image" Target="/ppt/media/image.png" Id="R281a26f191ab49b4" /><Relationship Type="http://schemas.openxmlformats.org/officeDocument/2006/relationships/image" Target="/ppt/media/image2.png" Id="Rfafc892984e94861" /><Relationship Type="http://schemas.openxmlformats.org/officeDocument/2006/relationships/image" Target="/ppt/media/image3.png" Id="R0769bf2b95094775" /><Relationship Type="http://schemas.openxmlformats.org/officeDocument/2006/relationships/notesSlide" Target="/ppt/notesSlides/notesSlide1.xml" Id="R16bbbd86571c42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e11299c284a66" /><Relationship Type="http://schemas.openxmlformats.org/officeDocument/2006/relationships/notesSlide" Target="/ppt/notesSlides/notesSlide2.xml" Id="R849529117d5a42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2fedbdfd040a2" /><Relationship Type="http://schemas.openxmlformats.org/officeDocument/2006/relationships/notesSlide" Target="/ppt/notesSlides/notesSlide3.xml" Id="Rf53a0356cc984f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71f020b834d2c" /><Relationship Type="http://schemas.openxmlformats.org/officeDocument/2006/relationships/image" Target="/ppt/media/image4.png" Id="R8f324f0a57074c7e" /><Relationship Type="http://schemas.openxmlformats.org/officeDocument/2006/relationships/image" Target="/ppt/media/image5.png" Id="R143a7e35596549a2" /><Relationship Type="http://schemas.openxmlformats.org/officeDocument/2006/relationships/notesSlide" Target="/ppt/notesSlides/notesSlide4.xml" Id="R910b3ee3c8eb4c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014118d3a4193" /><Relationship Type="http://schemas.openxmlformats.org/officeDocument/2006/relationships/image" Target="/ppt/media/image6.png" Id="R47036019183e4b4b" /><Relationship Type="http://schemas.openxmlformats.org/officeDocument/2006/relationships/notesSlide" Target="/ppt/notesSlides/notesSlide5.xml" Id="Rec011d5e94b145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5c5f5e80b4fa2" /><Relationship Type="http://schemas.openxmlformats.org/officeDocument/2006/relationships/image" Target="/ppt/media/image7.png" Id="Rc8d51971784c48c1" /><Relationship Type="http://schemas.openxmlformats.org/officeDocument/2006/relationships/notesSlide" Target="/ppt/notesSlides/notesSlide6.xml" Id="R66b56aa2a6114b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6958bba3d445e" /><Relationship Type="http://schemas.openxmlformats.org/officeDocument/2006/relationships/notesSlide" Target="/ppt/notesSlides/notesSlide7.xml" Id="R1e0f24a8122d43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6108c5dcc49f8" /><Relationship Type="http://schemas.openxmlformats.org/officeDocument/2006/relationships/notesSlide" Target="/ppt/notesSlides/notesSlide8.xml" Id="R33d6ffbe4ddc45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bd9a3cbf04299" /><Relationship Type="http://schemas.openxmlformats.org/officeDocument/2006/relationships/notesSlide" Target="/ppt/notesSlides/notesSlide9.xml" Id="Reeb7510a9d994b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651c8eb564e37" /><Relationship Type="http://schemas.openxmlformats.org/officeDocument/2006/relationships/notesSlide" Target="/ppt/notesSlides/notesSlide10.xml" Id="Ra7ba5b63981449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b8707aa1c4af8" /><Relationship Type="http://schemas.openxmlformats.org/officeDocument/2006/relationships/notesSlide" Target="/ppt/notesSlides/notesSlide11.xml" Id="R18e9c4d3b82041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fe6fd180c4445" /><Relationship Type="http://schemas.openxmlformats.org/officeDocument/2006/relationships/notesSlide" Target="/ppt/notesSlides/notesSlide12.xml" Id="Re5762a14ad2149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624bec2114937" /><Relationship Type="http://schemas.openxmlformats.org/officeDocument/2006/relationships/notesSlide" Target="/ppt/notesSlides/notesSlide13.xml" Id="R6dafb4cddc394d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5549423364a7a" /><Relationship Type="http://schemas.openxmlformats.org/officeDocument/2006/relationships/notesSlide" Target="/ppt/notesSlides/notesSlide14.xml" Id="R9b1e2132f9b145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0157f88b24aa5" /><Relationship Type="http://schemas.openxmlformats.org/officeDocument/2006/relationships/image" Target="/ppt/media/image8.png" Id="R5b90211634574071" /><Relationship Type="http://schemas.openxmlformats.org/officeDocument/2006/relationships/image" Target="/ppt/media/image9.png" Id="R93ea3842640a4680" /><Relationship Type="http://schemas.openxmlformats.org/officeDocument/2006/relationships/notesSlide" Target="/ppt/notesSlides/notesSlide15.xml" Id="R1f67efb9d7ed47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DF1B8-BD6F-4099-B814-F99EF03B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3B481-EFB3-4DB0-918D-0607E47A5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a26f191ab49b4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05CC8-C902-42C4-B207-DC1D9571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9A23D-C0E5-43D2-81A1-ECF615462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c892984e94861"/>
          <a:stretch xmlns:a="http://schemas.openxmlformats.org/drawingml/2006/main"/>
        </p:blipFill>
        <p:spPr>
          <a:xfrm xmlns:a="http://schemas.openxmlformats.org/drawingml/2006/main">
            <a:off x="628650" y="565058"/>
            <a:ext cx="647700" cy="5843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3E269-7415-47E8-83DC-45B47C06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1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INTENDENCIA DE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3F998-93FC-43CF-B4E4-2481B043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0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EDUCACIÓN VIAL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3EF14-D58C-434C-BF09-D3ECA492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35FA6-7004-4E28-B4BC-3ABD50C3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D94D12"/>
                </a:solidFill>
                <a:latin typeface="Segoe UI"/>
                <a:ea typeface="Segoe UI"/>
                <a:cs typeface="Segoe UI"/>
              </a:rPr>
              <a:t>DEFENSA DEL PROYECTO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620C5-3D61-4FC4-862D-029DDAA2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BEB6D-1713-44F5-97AE-1D762553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Dos necesidades. Una solución gestionable.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5EA7B-924C-442B-B22C-946155EC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Proyecto académico | RC5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71912-EE47-4F59-AF0C-F7286F8BB2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9bf2b95094775"/>
          <a:stretch xmlns:a="http://schemas.openxmlformats.org/drawingml/2006/main"/>
        </p:blipFill>
        <p:spPr>
          <a:xfrm xmlns:a="http://schemas.openxmlformats.org/drawingml/2006/main">
            <a:off x="6010275" y="5924550"/>
            <a:ext cx="476250" cy="47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40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9A237-0A6E-4A5B-A1B4-CE8B025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0F51C-852A-4FFE-9BCB-17AEB2D5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CC4C5-FD84-4AA8-93EB-88F01AB8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EA141-26CE-4BF6-A10D-F800074E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9E253-0493-4918-B0D1-3F8A1DF8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F837F-FA21-4374-8985-2DDF6973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Dos perspectivas, una misma brecha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7A5FC-6941-44EC-AFCB-74D256D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acceso a la información y la capacidad de comunicar estaban desconectados.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671E4-A2C5-49C2-99F6-2D67DEB3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7AC13-C4C7-458B-AB07-4F1A6269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joven que quiere prepararse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FBAD8-AC98-4C5F-8E76-B19E273D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Necesita saber qué estudiar, dónde practicar y cómo resolver una duda sin recorrer canales dispersos.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20E0E-807E-46F2-8A15-75E63589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19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FDB2D-271B-4938-995B-B77C9A04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85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15871-31A8-4CA2-A026-F763AB25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76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20"/>
          </a:bodyPr>
          <a:lstStyle xmlns:a="http://schemas.openxmlformats.org/drawingml/2006/main">
            <a:def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Dirección que necesita llegar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5D815-984D-43E3-91DD-2AF4E9A2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Necesita comunicar, concientizar y mantener información vigente sin depender del equipo desarrollador.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02337-BB81-461F-BED2-0D56E487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4000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4ED17-6F87-4EB0-849A-1C8FDC0B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Información difícil de localizar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5CAAD-F5D5-4131-BDFD-FBCFC1B8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9052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D7518-C623-483D-86B8-BE429573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672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Una barrera para acercarse a los jóvenes</a:t>
            </a:r>
          </a:p>
        </p:txBody>
      </p:sp>
    </p:spTree>
    <p:extLst>
      <p:ext uri="{BB962C8B-B14F-4D97-AF65-F5344CB8AC3E}">
        <p14:creationId xmlns:p14="http://schemas.microsoft.com/office/powerpoint/2010/main" val="481191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A8986-2545-4450-A36C-BC2680C1241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429500" y="32670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DC311-DC88-4A4E-9A4A-A8FBB0D72F3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32670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EA5B4-1F37-4917-822E-1C211EB8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C060B-1E97-4B6E-845A-2E49753B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 conecta ambas necesidades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32636-9EE3-459D-BC49-43C23AFD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381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DE326-5819-45E7-897E-1B2DF5E2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CIUDADANÍA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4AEA3-963C-43F7-A702-70A406F6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667000" cy="1276350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EECEB-AFAE-4796-997D-DF9A4535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2438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D8D66-AD33-400D-A742-67D2CE4A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2381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F9E78-63B9-4FC8-8AB3-F78170C8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DIRECCIÓN DE TRÁNSITO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780DF-7A70-4C23-8DCB-0E7A6E8F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Consulta, estudia y realiza gestiones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ECFFA-97FD-4702-9B43-4C738DEB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Publica, revisa y mantiene contenidos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E764F-5235-4A79-8B4C-05A52DBC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 canal ciudadano y una herramienta de gestión en el mismo sistema</a:t>
            </a:r>
          </a:p>
        </p:txBody>
      </p:sp>
    </p:spTree>
    <p:extLst>
      <p:ext uri="{BB962C8B-B14F-4D97-AF65-F5344CB8AC3E}">
        <p14:creationId xmlns:p14="http://schemas.microsoft.com/office/powerpoint/2010/main" val="733694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6D2A2-0199-4229-A9E3-AB5050F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5D310-3160-4B41-876C-DE8211FD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8BA98-64E2-4864-A0D6-D6AF6DF5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1E4D0-BCB4-4B08-AC13-7ADA172D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1959F-80D0-48BD-8201-90B5E276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126AA-A8F5-4C13-8AEE-9B8464D3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Cada necesidad activa una respuesta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F237A-C1A2-42A5-9535-3646CD67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funciones aparecen cuando la historia las necesita.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9EC55-2C7E-4D75-BB00-29C4F309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A6118-CFF6-4534-92A7-80527543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Prepararse para el teórico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94FF9-3361-421F-B311-3D2D825B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764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6301B-87A6-46E7-A7E9-574FE83C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76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Materiales y simulacro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50E03-2A4E-4A2D-9E38-87B216C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46CCE-6C49-457B-844D-710F665B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Conocer novedades vigentes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798C6-5921-43CC-A858-6D981C3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9CD0E-D0BB-4473-AE6B-3FEE02B8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Noticias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86F10-EB28-47F9-8A21-9DA349BA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3F123-D01C-4647-AFAA-D23561BF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Resolver una duda frecuente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0C288-008A-4C6A-A75E-F6B09849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290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D4D3A-3869-481B-82A1-716E9342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290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Preguntas por categoría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51502-1318-4A58-A5A1-267897B4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109DD-C053-4A80-8F7F-3D81E489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Consultar algo no publicado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6222E-80F2-4A8A-A87F-535E48D6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053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40086-6C9D-4B56-BD28-E07DCEE0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053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Formulario y bandeja interna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CAF13-4B4F-41E7-83D0-9CEC63EE9D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24f0a57074c7e"/>
          <a:srcRect xmlns:a="http://schemas.openxmlformats.org/drawingml/2006/main" l="3624" t="0" r="3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000250"/>
            <a:ext cx="2952750" cy="1790700"/>
          </a:xfrm>
          <a:prstGeom xmlns:a="http://schemas.openxmlformats.org/drawingml/2006/main" prst="roundRect">
            <a:avLst>
              <a:gd name="adj" fmla="val 7447"/>
            </a:avLst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E009F-BFF7-4F29-9AFE-4BF61270D0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a7e35596549a2"/>
          <a:srcRect xmlns:a="http://schemas.openxmlformats.org/drawingml/2006/main" l="3624" t="0" r="3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4057650"/>
            <a:ext cx="2952750" cy="1790700"/>
          </a:xfrm>
          <a:prstGeom xmlns:a="http://schemas.openxmlformats.org/drawingml/2006/main" prst="roundRect">
            <a:avLst>
              <a:gd name="adj" fmla="val 7447"/>
            </a:avLst>
          </a:prstGeom>
        </p:spPr>
      </p:pic>
    </p:spTree>
    <p:extLst>
      <p:ext uri="{BB962C8B-B14F-4D97-AF65-F5344CB8AC3E}">
        <p14:creationId xmlns:p14="http://schemas.microsoft.com/office/powerpoint/2010/main" val="979111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78EF6-C9CF-4C63-92AF-E0743855C0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36019183e4b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12830-C6FE-4A20-99E0-753324C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7E69D-56AE-460A-87CC-463CB615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DEMO 1  |  PORTAL CIUDADANO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6C6E8-3FED-4552-98F9-13C7A40E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9D3FC-4BBB-41EB-B53A-04A5CC76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D94D12"/>
                </a:solidFill>
                <a:latin typeface="Segoe UI"/>
                <a:ea typeface="Segoe UI"/>
                <a:cs typeface="Segoe UI"/>
              </a:rPr>
              <a:t>Noticias · estudio · FAQ · simulador · agenda</a:t>
            </a:r>
          </a:p>
        </p:txBody>
      </p:sp>
    </p:spTree>
    <p:extLst>
      <p:ext uri="{BB962C8B-B14F-4D97-AF65-F5344CB8AC3E}">
        <p14:creationId xmlns:p14="http://schemas.microsoft.com/office/powerpoint/2010/main" val="348793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CA71D-9A13-420A-ABF3-ECB3FA67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0404A-5E3B-4C3D-A192-31D566C4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433C0-FA3D-4FF8-9677-D999238F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8C1E0-EF16-4606-A947-29DDF1ED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F77AF-705D-4899-A0C8-42F9E85C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52304-AC4C-4C6C-B053-BB8156EB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Dirección controla el ciclo completo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7AB18-3D24-4A82-A45F-F6B830F3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panel separa creación, revisión, aprobación y publicación.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FD59A-114C-4B7E-90BB-644592E672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51971784c48c1"/>
          <a:srcRect xmlns:a="http://schemas.openxmlformats.org/drawingml/2006/main" l="0" t="16821" r="0" b="16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109728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A191F-F85B-4FDA-AF22-D632E512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483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785CC-2453-41F9-9BF0-F70B7219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48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BORRADOR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87A55-9D4F-4A89-8830-374AC165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0483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598EE-6035-42F8-AE3E-83A5F401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483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FF141-DD26-44DA-BE43-6AF72E94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48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B9790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C37D6-5830-4F5C-8EF9-A910EFF6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483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840BD-3283-41EA-AD40-DF385AAB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483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DCB9D-B5E9-4B75-AF6B-434EE2EE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48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APROBADO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5DB04-67D7-4280-BD17-A74A0F09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0483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CD620-B3BF-48DC-A51A-D54129CD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0483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B01E9-4125-4D45-949A-FB91D523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048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PUBLICADO</a:t>
            </a:r>
          </a:p>
        </p:txBody>
      </p:sp>
    </p:spTree>
    <p:extLst>
      <p:ext uri="{BB962C8B-B14F-4D97-AF65-F5344CB8AC3E}">
        <p14:creationId xmlns:p14="http://schemas.microsoft.com/office/powerpoint/2010/main" val="1103778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3E579-607E-4F8A-A64D-956F63DB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E9DA4-2A3F-484E-8043-2D8A7C4B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ACTO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7AE7D-5A56-4526-A5CB-B679BCDD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Nada sale de la 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EC97F-66D7-45DA-8655-5AD3C68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La solución creció a través de decisiones registradas, demostraciones y cambios validados.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78AFE-8F41-4CC6-B039-442119AF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838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F1AC6-9828-438D-B0F6-41AE0758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NECESIDAD  ·  REQUISITO  ·  IMPLEMENTACIÓN  ·  EVIDENCIA</a:t>
            </a:r>
          </a:p>
        </p:txBody>
      </p:sp>
    </p:spTree>
    <p:extLst>
      <p:ext uri="{BB962C8B-B14F-4D97-AF65-F5344CB8AC3E}">
        <p14:creationId xmlns:p14="http://schemas.microsoft.com/office/powerpoint/2010/main" val="11967150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40FC79-9EE2-4776-A794-9BCBC571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21D44-2B68-4A78-8E15-6C274D7B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78D3A-5389-41A1-9ADC-D6F4D10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GESTIÓN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2F728-8F41-46B2-A596-F2BDC620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08340-743F-4096-8C58-17191BC6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51C79-8420-4900-A070-C04CCBB8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Del planteo inicial a la aprobación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A3744-4332-4BAC-8197-016FD69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proceso permite explicar por qué existe cada parte del producto.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4FAFE-0739-41A7-A699-BE14867A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40B00-D3BB-4322-BD67-46FDC41B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6A601-AB62-4017-B3CD-A5C4F9A8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D3E91-99E2-472B-AC40-0DE5E45D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Planteo general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28337-E2A1-49CC-9530-2F7E1D9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94790-430E-43EA-BC52-13510F2D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09 JUL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83647-4D25-45E4-B354-B50D7207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Entrevista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D1D38-DE1A-42F8-B7A6-96DA1CE2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4EAC1-2AAD-47AA-9299-DDD1CC78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22–28 JUL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00779-F322-44B9-B028-ED2F8948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Requisitos y 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68C77-FF41-40E7-AC03-519B9ABA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BE9E0-2F8D-4156-AFD8-6F6E13B6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JUL–SEP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07E82-2A35-4063-93D3-C40D315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Sprints 1–4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F75AF-5421-40E3-9A51-41F1224E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771AA-1760-474B-800B-BC73B0D2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 SEP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8542A-8A6A-4851-ABDA-03A72E42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Demo al cliente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A264E-63A2-49D4-A69F-FD986C4E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55ECD-AD7E-49E6-9355-8E09EA62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SEP–OCT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5BBE56-F9E5-4459-A7F2-DCC9728E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Cambios y Sprint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EE4E04-6DFB-46D4-8288-D6BB5B48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5808C1-88EA-442B-9D75-15AD076C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13 OCT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251521-116D-4117-987B-55B1E3F2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Aprobación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DAF1A9-6249-44A1-AD8D-1E27F0C7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101346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A6FBE5-79DB-4167-88FD-98A8913E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Cada demostración funcionó como validación: permitió comparar lo construido con la necesidad real y registrar los ajustes.</a:t>
            </a:r>
          </a:p>
        </p:txBody>
      </p:sp>
    </p:spTree>
    <p:extLst>
      <p:ext uri="{BB962C8B-B14F-4D97-AF65-F5344CB8AC3E}">
        <p14:creationId xmlns:p14="http://schemas.microsoft.com/office/powerpoint/2010/main" val="2111997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29555-1031-4103-B187-CB07B978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91A81-2D5B-4238-A138-0FC6F942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39969-0CCA-42EB-9F36-991908AD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CONTROL DE CAMBIOS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25FF4-641B-42A8-B83C-810F7470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0EDAB-3584-405F-AB77-5FEB3ED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A43FF-C2E3-4DC1-B71B-749ACBFB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primera demo cambió el producto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251F7-37F7-4C85-B5C4-F421FBB3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3 de septiembre el cliente pidió tres ampliaciones que alteraron alcance, datos y permisos.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171D3-A06E-44B7-8C59-78E84A1D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03/09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1B096-0149-4664-AAAB-ABF64674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DEMO CON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826C1-75F3-4783-8D9E-DBB913CF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190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C6828-2372-427D-9D58-A6E46B03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C274F-9873-47C1-B899-9F1E1855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Consultas ciudadanas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FDC36-305E-47B1-9624-0ADCE09D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Formulario público y bandeja de lectura en el panel.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24612-E02D-454A-B85F-6B447EF7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E201D-7B0A-456E-8710-F3CF4203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04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CE674-3D2D-4BED-B493-791473A0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Aprobación separada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E2393-2EDC-4353-A3E7-8F554DA2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Directora revisa antes de que el personal publique.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5E1CE-8D43-41CC-991D-A6BCC0DF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C2275-C8CA-4A33-8C81-5F35B232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BF8349-9827-4DF1-A321-0E9E9931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Imágenes en el simulacro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C3C53-A136-40A6-87D3-D1CF6DA6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preguntas pueden representar situaciones reales de tránsito.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23B4B-E969-48B6-83E0-C31CA276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485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34BA9-1901-48B1-B896-35A9E80D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CAMBIO REGISTRADO → IMPLEMENTADO → VALIDADO</a:t>
            </a:r>
          </a:p>
        </p:txBody>
      </p:sp>
    </p:spTree>
    <p:extLst>
      <p:ext uri="{BB962C8B-B14F-4D97-AF65-F5344CB8AC3E}">
        <p14:creationId xmlns:p14="http://schemas.microsoft.com/office/powerpoint/2010/main" val="1837475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AA9B82-3146-4258-9DDD-F1ED3C34422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9441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80C603-9C65-4893-BFEE-7F7038CFF22D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0010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63E746-CC05-466A-A6B6-9F2837A7C86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579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B03DE-FCE7-43F0-A497-4F1934FBF60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148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73DC0-D275-4E04-B1E5-56FC3A250D0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717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AAD63C-167C-461B-B7EC-95FA21DA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59727-515B-4C29-A91E-C0C77C15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BD496-55DB-4A32-8F72-158F77A7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5F7F9-07E2-4127-9C27-786D020C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E8668-AF1E-4C02-9594-C6703315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8531A-182C-469C-9F9A-00C5BFB1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petición atraviesa responsabilidades claras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30A14-420E-4B85-895B-595F4EFF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interfaz no consulta la base directamente y cada capa resuelve una parte del caso de uso.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ABAB4-72C3-4515-9C15-455E07A8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7878D-8AD5-447A-B58B-1D1C0B33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NAVEGADOR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840E5-97EB-4849-8F32-9C6854EF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Portal o 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08AF3-2C86-40B2-9024-45EF2009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376A6-853C-452D-86FB-3EB5C1AB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A7E50-B7FF-4930-83CD-A823149D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Método y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15AF7-55B0-4ED3-A583-7703C710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F76B1-0C14-4ECB-83C8-05A5BD8F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30EE2-05C2-4516-986B-0BD0F9D6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Entrada y permisos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9DF51-EA3B-4B8E-A5E5-C2DD254A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8B572-8DC9-4045-9765-E0F35244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A4BED-F0E3-4286-9EEF-23CA4A9D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Reglas de negocio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233E83-C983-48F2-98E7-A5351713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57A76-0E0C-4B0B-99D5-5EFF6C0F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CB629-C937-4B45-B907-251CAF50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Consultas PDO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A043D-EB11-44A7-BADE-74064C24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14288">
            <a:solidFill>
              <a:srgbClr val="1220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072CC-3281-46B2-8938-4DFC97ED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MYSQL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9BC588-2441-4336-825B-EAEC8285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Persistencia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FACB14-81EB-4298-A52E-4A845900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02108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5AB531-B083-47D9-AC3C-9CC60CBD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Ejemplo: reservar una franja exige autenticación, valida reglas, bloquea el último cupo y persiste todo dentro de una transacción.</a:t>
            </a:r>
          </a:p>
        </p:txBody>
      </p:sp>
    </p:spTree>
    <p:extLst>
      <p:ext uri="{BB962C8B-B14F-4D97-AF65-F5344CB8AC3E}">
        <p14:creationId xmlns:p14="http://schemas.microsoft.com/office/powerpoint/2010/main" val="20604379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C0F6B-EDB6-4F65-8C80-214315DC867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C01D9-1A86-481C-8F21-A5DA85A4386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531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FA7D8-1F85-4561-8F25-08BAEE721E3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956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3885D-2175-4997-A6F5-C13C49D8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F6E62-C631-437D-9D4A-61EBB37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C50A9-E0F5-4CB1-BCBC-FBAB142B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REGLAS DE NEGOCIO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6EE81-17AA-4A54-9DAC-C3FE0C34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40338-D822-41B9-BC61-7C28CFA1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AF339-B154-4A5A-8739-2949C615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Publicar requiere una secuencia controlada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4BA7C-5E3C-40F1-BBF6-1E4F941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Los estados implementan la aprobación solicitada durante la demostración.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1BD20-0085-4EBD-92A7-F9943F3A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14288">
            <a:solidFill>
              <a:srgbClr val="5A60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8B918-65AE-46E4-9801-9FFEB882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BORRADOR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8E99C-78F9-4641-B8F4-D003D6B3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crea o edita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B35DF-813A-480D-8F8A-BA56FE88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4288">
            <a:solidFill>
              <a:srgbClr val="B979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D01F8-F149-443E-811A-1E345852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B9790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C0093-5C14-49D8-8D4A-50B9C08E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envía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E2E7D-20E6-4E98-BF93-89A7E41E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FB0B8-C586-49B5-9CDC-12E81D3D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APROBADO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4FA78-DAAC-4E40-8B11-E283ABD2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Directora aprueba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295BE-A77D-47D1-8140-9BA049AD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8E71A-B14E-4C38-936D-39018121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PUBLICADO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EB3E3-B385-4102-B4F0-977D4DB4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publica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2FF189-7673-4524-9E96-3DB8B372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6896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1A973-9202-47B1-8F47-EA05D11E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53000"/>
            <a:ext cx="632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Si alguien edita el contenido, vuelve a borrador y necesita una aprobación nueva.</a:t>
            </a:r>
          </a:p>
        </p:txBody>
      </p:sp>
    </p:spTree>
    <p:extLst>
      <p:ext uri="{BB962C8B-B14F-4D97-AF65-F5344CB8AC3E}">
        <p14:creationId xmlns:p14="http://schemas.microsoft.com/office/powerpoint/2010/main" val="840809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5CB28-D166-4612-AE28-0C4DD8E0CF2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14900" y="34671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0BA6C-C556-460C-8A01-71356651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B9887-DAAB-4BD7-A05F-1460BB4D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34A78-524F-4A6C-A6A9-5BCC2A59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INFRAESTRUCTURA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39DCC-13B9-4F92-B51C-5A20218D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CFBBA-FC3C-44B4-9A0C-6623E2FC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78BA3-1FC0-4CAD-9085-405ACB7F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entorno reconstruible y separable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0002F-8A52-4005-BA27-2BA91C10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Docker Compose describe aplicación, base, persistencia y controles de salud.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60E7A-E6B9-4E27-9564-57F09D7B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0934700" cy="38862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88F68-89C1-4447-80DD-DFD65D86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81415-1DC1-46A4-B082-7E7061DE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UBUNTU SERVER 26.04 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5CA1A-BF23-4910-A2EA-BCEFB976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3524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9677A-762F-4AD9-BF95-59CEACA4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33700"/>
            <a:ext cx="3295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APP</a:t>
            </a:r>
          </a:p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Apache + PHP + API + frontends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72B32-BA75-4BE6-8424-2E1CD731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3524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46CDB-A557-4C63-96B6-BDCE298A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3295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DB</a:t>
            </a:r>
          </a:p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MySQL 8.4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94432-586E-40A9-85E6-68C992B9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red interna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BA3D9-388E-4586-A45D-C40D2DCA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E2829-6E75-444B-A113-D9DF2C65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Adjuntos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15FC5-7534-46B0-84D6-580BF6D9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101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68707-35AC-4799-BB2D-CA607D0F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86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Caché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C5349-F4B2-44AA-8311-ACDBB13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10100"/>
            <a:ext cx="2095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A465E-1E69-4965-925D-C7299E2E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Datos 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705AFF-CEF3-4C53-8859-A86913DB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VOLÚMENES PERSISTENTES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C3D5C-0E23-4DB9-B927-56F7D842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5A095-6C69-4039-8C53-466ACDDF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2 vCPU · 4 GB RAM · 30 GB SSD/NVMe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B83A1-9116-49A2-A66F-91DA0AC4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483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Punto inicial. La capacidad de 90 sesiones todavía requiere una prueba de carga.</a:t>
            </a:r>
          </a:p>
        </p:txBody>
      </p:sp>
    </p:spTree>
    <p:extLst>
      <p:ext uri="{BB962C8B-B14F-4D97-AF65-F5344CB8AC3E}">
        <p14:creationId xmlns:p14="http://schemas.microsoft.com/office/powerpoint/2010/main" val="10221823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7E7D49-ADCC-4D5E-BDA5-95788F07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2A3BF-A3FE-40CC-BB1D-480067B4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8AB45-9566-4C78-9A5E-442B127D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CIBERSEGURIDAD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2B32A-A0A6-427D-BB57-C217AE46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9FDA3-ACDE-45FD-8229-12FB7816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4DCF6-09BE-486A-B165-62BDBC5F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Controles y pruebas de seguridad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2C863-D0F9-426D-B1A3-DF35C24C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Primero se redujo la superficie de riesgo. Después se buscaron fallos desde distintas perspectivas.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7BB63-68A8-4D84-8AB5-76E29BBC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DENTRO DEL 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E48D6-C33D-422A-8734-ACC4C459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A6BCA-C2E9-441C-BF18-6AC82B80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Hash de contraseñas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301CE-2A44-41B2-BBA2-FA8A8E4F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57BBA-D21D-4122-9C83-021F4AA0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Permisos en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1BF6A-D321-46FD-BB94-761369EA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985C7-E9F0-4AB2-8C23-A525AE1F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PDO con parámetros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75D12-9FC9-4158-B162-6A9DE33C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D18B9-17C2-4C78-91BB-7F0B7011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Validación y transacciones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4C094-C081-4D13-A395-55C94452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87F01-84F7-42D3-BC32-B97EC5D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CONTRA EL SISTEMA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F6D4F-E05B-4D73-8AFA-8C431FCE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578FD-9CF4-460C-BF75-B4BAD29C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SAST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0C3B9-E039-4FED-904F-12D05F0C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Análisis del código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02C9F-1BE8-4CDA-9CB5-077B78A2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8661A-4BDA-49C6-83BE-1E0C9347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DAST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BE8A9-07C4-4169-BAA5-BA083C4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OWASP ZAP en ejecución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5608F-C4E8-4A3F-A0A2-7D88C635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2D97C-B786-4317-AFE6-5A259570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NMAP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F656C4-57E8-428C-B5BF-0BD8EA87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24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Puertos expuestos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B37853-BC84-4615-BFC4-4F2A9427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62D4E-5495-47D3-8D4C-0D891A54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556D5-1AB4-4327-9103-D58A842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Auditoría Bash por perfiles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07766-3284-4D10-A362-1B57B59C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62600"/>
            <a:ext cx="45910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91275C-5FB0-43E2-A57A-2315DC4A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597"/>
          </a:bodyPr>
          <a:lstStyle xmlns:a="http://schemas.openxmlformats.org/drawingml/2006/main">
            <a:def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Los hallazgos se registran, corrigen y vuelven a probar.</a:t>
            </a:r>
          </a:p>
        </p:txBody>
      </p:sp>
    </p:spTree>
    <p:extLst>
      <p:ext uri="{BB962C8B-B14F-4D97-AF65-F5344CB8AC3E}">
        <p14:creationId xmlns:p14="http://schemas.microsoft.com/office/powerpoint/2010/main" val="6104633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6D747-057C-40DD-8C17-6FA36C65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EVIDENCIA DE LA VERSIÓN VERIFICADA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44879-C734-4679-833B-06F7A41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Resultados que se pueden defender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79AE5-19AC-465F-8084-F308F51F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B0C76-5745-4318-A279-68BB6385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192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61235-8014-4383-AD27-C473ACAA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comprobaciones de integración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B1CB8-0166-4201-B55F-7B2DFCE2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BB702-6AD8-4C1C-95C6-2D5E19C7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561AF-D53A-4577-8D61-4E192D6B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endpoints cubiertos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F0B15-CCDB-43B7-BFF5-D06F3A91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FA495-8201-46CB-B06B-8B8F12AD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6ED0A6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8C311-4733-4E11-B70E-40BF150A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814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pruebas de seguridad aprobadas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CE025-6D7B-4825-9E42-75532B88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22346E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94C3B-927B-40E0-87C5-187C05C0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201 / 422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CFCB9-BC65-486A-BBA5-48B158B7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dos solicitudes, un último cupo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C1D9C-6B20-450F-AFF5-4AE979B3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La prueba concurrente no sustituye una prueba de carga. El objetivo de 90 sesiones continúa pendiente de medición.</a:t>
            </a:r>
          </a:p>
        </p:txBody>
      </p:sp>
    </p:spTree>
    <p:extLst>
      <p:ext uri="{BB962C8B-B14F-4D97-AF65-F5344CB8AC3E}">
        <p14:creationId xmlns:p14="http://schemas.microsoft.com/office/powerpoint/2010/main" val="10582108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FD663-C467-4CD1-B6B1-A1340019FE63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0570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D8F4C-4BB4-4137-9074-165621274C2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2905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BBCB1-AE31-4B4D-BA81-32519253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136CC-638E-4505-B408-EC7742D64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0211634574071"/>
          <a:stretch xmlns:a="http://schemas.openxmlformats.org/drawingml/2006/main"/>
        </p:blipFill>
        <p:spPr>
          <a:xfrm xmlns:a="http://schemas.openxmlformats.org/drawingml/2006/main">
            <a:off x="781050" y="581315"/>
            <a:ext cx="590550" cy="53282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75328-E3AE-4CDB-913D-0F4E964B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B3511-E7A4-435E-90E6-411881B5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 historia vuelve al punto de partida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3FA54-F82F-4407-91EF-C81AA2A8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762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58B06-B5B0-4E6F-A6C7-1245CF3D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CIUDADANÍA</a:t>
            </a:r>
          </a:p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Información clara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313DF-394A-436F-B060-7919EA92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819400" cy="156210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E8919-D2AA-486F-BDAD-FDC02960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590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EF21E-A1EC-42E5-9B28-93D3453D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762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F96BF-6A69-433C-B9B1-5B49297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DIRECCIÓN</a:t>
            </a:r>
          </a:p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Gestión controlada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50A1E-8C75-4FEF-B49E-740E9D11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8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Una solución construida mediante relevamiento, decisiones, validación y evidencia.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BEE84-5690-471D-960A-7114D177F6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a3842640a4680"/>
          <a:stretch xmlns:a="http://schemas.openxmlformats.org/drawingml/2006/main"/>
        </p:blipFill>
        <p:spPr>
          <a:xfrm xmlns:a="http://schemas.openxmlformats.org/drawingml/2006/main">
            <a:off x="10734675" y="60960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80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2026-10-27T14:29:31.4350000Z</dcterms:created>
  <dcterms:modified xsi:type="dcterms:W3CDTF">2026-10-27T14:29:31.4350000Z</dcterms:modified>
</coreProperties>
</file>