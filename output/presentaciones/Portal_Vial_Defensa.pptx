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6335a386ed48ec" /><Relationship Type="http://schemas.openxmlformats.org/officeDocument/2006/relationships/extended-properties" Target="/docProps/app.xml" Id="R13838b33e42e46c4" /><Relationship Type="http://schemas.openxmlformats.org/officeDocument/2006/relationships/officeDocument" Target="/ppt/presentation.xml" Id="R64554dd4801842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914372e6bc40c9"/>
  </p:sldMasterIdLst>
  <p:notesMasterIdLst>
    <p:notesMasterId xmlns:r="http://schemas.openxmlformats.org/officeDocument/2006/relationships" r:id="R348956016ed449ca"/>
  </p:notesMasterIdLst>
  <p:sldIdLst>
    <p:sldId xmlns:r="http://schemas.openxmlformats.org/officeDocument/2006/relationships" id="256" r:id="R9dfd9b23f0ed441b"/>
    <p:sldId xmlns:r="http://schemas.openxmlformats.org/officeDocument/2006/relationships" id="257" r:id="R1e457b519bcc485d"/>
    <p:sldId xmlns:r="http://schemas.openxmlformats.org/officeDocument/2006/relationships" id="258" r:id="Rd4babec4a3d743a4"/>
    <p:sldId xmlns:r="http://schemas.openxmlformats.org/officeDocument/2006/relationships" id="259" r:id="R44c8f1cd42924e30"/>
    <p:sldId xmlns:r="http://schemas.openxmlformats.org/officeDocument/2006/relationships" id="260" r:id="Rd399d63eb2fc4f27"/>
    <p:sldId xmlns:r="http://schemas.openxmlformats.org/officeDocument/2006/relationships" id="261" r:id="Rfbecac2a952a4947"/>
    <p:sldId xmlns:r="http://schemas.openxmlformats.org/officeDocument/2006/relationships" id="262" r:id="R7f8aea23dc654ad9"/>
    <p:sldId xmlns:r="http://schemas.openxmlformats.org/officeDocument/2006/relationships" id="263" r:id="Rc685578745904a8a"/>
    <p:sldId xmlns:r="http://schemas.openxmlformats.org/officeDocument/2006/relationships" id="264" r:id="R74288e25dbed47d7"/>
    <p:sldId xmlns:r="http://schemas.openxmlformats.org/officeDocument/2006/relationships" id="265" r:id="R657122684c464321"/>
    <p:sldId xmlns:r="http://schemas.openxmlformats.org/officeDocument/2006/relationships" id="266" r:id="R6466c053ffc34b6f"/>
    <p:sldId xmlns:r="http://schemas.openxmlformats.org/officeDocument/2006/relationships" id="267" r:id="R89bc66e0f19e4a10"/>
    <p:sldId xmlns:r="http://schemas.openxmlformats.org/officeDocument/2006/relationships" id="268" r:id="R0151ebd30d3e456c"/>
    <p:sldId xmlns:r="http://schemas.openxmlformats.org/officeDocument/2006/relationships" id="269" r:id="R5577ed7f4d104193"/>
    <p:sldId xmlns:r="http://schemas.openxmlformats.org/officeDocument/2006/relationships" id="270" r:id="Re981d51732914b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a42aea44504f69" /><Relationship Type="http://schemas.openxmlformats.org/officeDocument/2006/relationships/slideMaster" Target="/ppt/slideMasters/slideMaster1.xml" Id="R7e914372e6bc40c9" /><Relationship Type="http://schemas.openxmlformats.org/officeDocument/2006/relationships/notesMaster" Target="/ppt/notesMasters/notesMaster1.xml" Id="R348956016ed449ca" /><Relationship Type="http://schemas.openxmlformats.org/officeDocument/2006/relationships/presProps" Target="/ppt/presProps.xml" Id="Ra31d7ff1dfcf4e00" /><Relationship Type="http://schemas.openxmlformats.org/officeDocument/2006/relationships/tableStyles" Target="/ppt/tableStyles.xml" Id="R4a276d9ca5394acb" /><Relationship Type="http://schemas.openxmlformats.org/officeDocument/2006/relationships/slide" Target="/ppt/slides/slide1.xml" Id="R9dfd9b23f0ed441b" /><Relationship Type="http://schemas.openxmlformats.org/officeDocument/2006/relationships/slide" Target="/ppt/slides/slide2.xml" Id="R1e457b519bcc485d" /><Relationship Type="http://schemas.openxmlformats.org/officeDocument/2006/relationships/slide" Target="/ppt/slides/slide3.xml" Id="Rd4babec4a3d743a4" /><Relationship Type="http://schemas.openxmlformats.org/officeDocument/2006/relationships/slide" Target="/ppt/slides/slide4.xml" Id="R44c8f1cd42924e30" /><Relationship Type="http://schemas.openxmlformats.org/officeDocument/2006/relationships/slide" Target="/ppt/slides/slide5.xml" Id="Rd399d63eb2fc4f27" /><Relationship Type="http://schemas.openxmlformats.org/officeDocument/2006/relationships/slide" Target="/ppt/slides/slide6.xml" Id="Rfbecac2a952a4947" /><Relationship Type="http://schemas.openxmlformats.org/officeDocument/2006/relationships/slide" Target="/ppt/slides/slide7.xml" Id="R7f8aea23dc654ad9" /><Relationship Type="http://schemas.openxmlformats.org/officeDocument/2006/relationships/slide" Target="/ppt/slides/slide8.xml" Id="Rc685578745904a8a" /><Relationship Type="http://schemas.openxmlformats.org/officeDocument/2006/relationships/slide" Target="/ppt/slides/slide9.xml" Id="R74288e25dbed47d7" /><Relationship Type="http://schemas.openxmlformats.org/officeDocument/2006/relationships/slide" Target="/ppt/slides/slide10.xml" Id="R657122684c464321" /><Relationship Type="http://schemas.openxmlformats.org/officeDocument/2006/relationships/slide" Target="/ppt/slides/slide11.xml" Id="R6466c053ffc34b6f" /><Relationship Type="http://schemas.openxmlformats.org/officeDocument/2006/relationships/slide" Target="/ppt/slides/slide12.xml" Id="R89bc66e0f19e4a10" /><Relationship Type="http://schemas.openxmlformats.org/officeDocument/2006/relationships/slide" Target="/ppt/slides/slide13.xml" Id="R0151ebd30d3e456c" /><Relationship Type="http://schemas.openxmlformats.org/officeDocument/2006/relationships/slide" Target="/ppt/slides/slide14.xml" Id="R5577ed7f4d104193" /><Relationship Type="http://schemas.openxmlformats.org/officeDocument/2006/relationships/slide" Target="/ppt/slides/slide15.xml" Id="Re981d51732914b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7efede08034a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85a96e92644348" /><Relationship Type="http://schemas.openxmlformats.org/officeDocument/2006/relationships/notesMaster" Target="/ppt/notesMasters/notesMaster1.xml" Id="R8a113b8e540e41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41b995938749ce" /><Relationship Type="http://schemas.openxmlformats.org/officeDocument/2006/relationships/notesMaster" Target="/ppt/notesMasters/notesMaster1.xml" Id="Re330d75388c24a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7dd34afbbb4a37" /><Relationship Type="http://schemas.openxmlformats.org/officeDocument/2006/relationships/notesMaster" Target="/ppt/notesMasters/notesMaster1.xml" Id="R7df1b7c2a87c46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9df11085464d22" /><Relationship Type="http://schemas.openxmlformats.org/officeDocument/2006/relationships/notesMaster" Target="/ppt/notesMasters/notesMaster1.xml" Id="R05f467571c3940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7310dec6774c8f" /><Relationship Type="http://schemas.openxmlformats.org/officeDocument/2006/relationships/notesMaster" Target="/ppt/notesMasters/notesMaster1.xml" Id="R44174c1a95f841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9230a2531b4bc4" /><Relationship Type="http://schemas.openxmlformats.org/officeDocument/2006/relationships/notesMaster" Target="/ppt/notesMasters/notesMaster1.xml" Id="R5e9f84fad2a344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b56130b3a2415b" /><Relationship Type="http://schemas.openxmlformats.org/officeDocument/2006/relationships/notesMaster" Target="/ppt/notesMasters/notesMaster1.xml" Id="Rd4c60d97db774e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181addd6544834" /><Relationship Type="http://schemas.openxmlformats.org/officeDocument/2006/relationships/notesMaster" Target="/ppt/notesMasters/notesMaster1.xml" Id="Rf5c2ffe3f91144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30b333bccd47d2" /><Relationship Type="http://schemas.openxmlformats.org/officeDocument/2006/relationships/notesMaster" Target="/ppt/notesMasters/notesMaster1.xml" Id="Rf78150dec6d047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cb508641594bf8" /><Relationship Type="http://schemas.openxmlformats.org/officeDocument/2006/relationships/notesMaster" Target="/ppt/notesMasters/notesMaster1.xml" Id="R0349c56dee854c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4c3bb059594a54" /><Relationship Type="http://schemas.openxmlformats.org/officeDocument/2006/relationships/notesMaster" Target="/ppt/notesMasters/notesMaster1.xml" Id="R7de7c792fdcf46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c222580400461b" /><Relationship Type="http://schemas.openxmlformats.org/officeDocument/2006/relationships/notesMaster" Target="/ppt/notesMasters/notesMaster1.xml" Id="Rb447e82c7d7748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0e993376bd4932" /><Relationship Type="http://schemas.openxmlformats.org/officeDocument/2006/relationships/notesMaster" Target="/ppt/notesMasters/notesMaster1.xml" Id="Rdec96d67f8f74b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d171d85b1c46c9" /><Relationship Type="http://schemas.openxmlformats.org/officeDocument/2006/relationships/notesMaster" Target="/ppt/notesMasters/notesMaster1.xml" Id="Rc240ca3eb09143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9813afbd384a8f" /><Relationship Type="http://schemas.openxmlformats.org/officeDocument/2006/relationships/notesMaster" Target="/ppt/notesMasters/notesMaster1.xml" Id="R82a231bba6d941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una pausa breve. No presentar tecnologías todavía.</a:t>
            </a:r>
          </a:p>
          <a:p xmlns:a="http://schemas.openxmlformats.org/drawingml/2006/main">
            <a:r>
              <a:t>Frase sugerida: Portal Vial nace al conectar una necesidad ciudadana con una necesidad institucional.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C:\Users\ASUS\Desktop\Proyecto1\Proyecto-IMSJ\output\pdf\guia_identidad_grafica_documentacion_imsj.pdf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Contar la situación como una escena, no como una lista de requisitos.</a:t>
            </a:r>
          </a:p>
          <a:p xmlns:a="http://schemas.openxmlformats.org/drawingml/2006/main">
            <a:r>
              <a:t>Evitar afirmar que no existe información en ningún lado. Hablar de información distribuida y dificultad para encontrar la versión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C:\Users\ASUS\Desktop\Proyecto1\Proyecto-IMSJ\docs\ingenieria_software\informe entrevista.md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el producto con una sola frase.</a:t>
            </a:r>
          </a:p>
          <a:p xmlns:a="http://schemas.openxmlformats.org/drawingml/2006/main">
            <a:r>
              <a:t>Después pasar de inmediato a situaciones reales y a las pantallas.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las preguntas como guía de la demostración: ¿necesitás estudiar?, ¿noticias?, ¿una duda?, ¿no está respondida?</a:t>
            </a:r>
          </a:p>
          <a:p xmlns:a="http://schemas.openxmlformats.org/drawingml/2006/main">
            <a:r>
              <a:t>Las capturas funcionan como respaldo si la demo en vivo no está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C:\Users\ASUS\Desktop\Proyecto1\Proyecto-IMSJ\docs\ingenieria_software\Requerimientos.md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Cambiar al sistema en vivo desde esta diapositiva.</a:t>
            </a:r>
          </a:p>
          <a:p xmlns:a="http://schemas.openxmlformats.org/drawingml/2006/main">
            <a:r>
              <a:t>Recorrer el portal como una persona usuaria. No explicar todavía la arquitectura.</a:t>
            </a:r>
          </a:p>
          <a:p xmlns:a="http://schemas.openxmlformats.org/drawingml/2006/main">
            <a:r>
              <a:t>Si la demo falla, mantener esta pantalla y continuar con el recorrido narrado.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un flujo de punta a punta: crear, enviar a revisión, aprobar, publicar y comprobar su aparición en el portal.</a:t>
            </a:r>
          </a:p>
          <a:p xmlns:a="http://schemas.openxmlformats.org/drawingml/2006/main">
            <a:r>
              <a:t>Mencionar que el historial conserva las acciones administrativas.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transición entre la venta del producto y la ingeniería.</a:t>
            </a:r>
          </a:p>
          <a:p xmlns:a="http://schemas.openxmlformats.org/drawingml/2006/main">
            <a:r>
              <a:t>Frase sugerida: lo que acabamos de ver no apareció de una vez; cada función tiene un origen y una decisión.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Contar fechas concretas para demostrar trazabilidad.</a:t>
            </a:r>
          </a:p>
          <a:p xmlns:a="http://schemas.openxmlformats.org/drawingml/2006/main">
            <a:r>
              <a:t>No presentar el proceso como lineal perfecto. La demo del 03/09 produjo cambios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C:\Users\ASUS\Desktop\Proyecto1\Proyecto-IMSJ\docs\ingenieria_software\actas_reuniones.md</a:t>
            </a:r>
          </a:p>
          <a:p xmlns:a="http://schemas.openxmlformats.org/drawingml/2006/main">
            <a:r>
              <a:t>Fuente: C:\Users\ASUS\Desktop\Proyecto1\Proyecto-IMSJ\docs\ingenieria_software\actas_sprint_review.md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impacto: consultas agregó un nuevo flujo; aprobación exigió roles y estados; imágenes afectó archivos y validación.</a:t>
            </a:r>
          </a:p>
          <a:p xmlns:a="http://schemas.openxmlformats.org/drawingml/2006/main">
            <a:r>
              <a:t>Cerrar con la segunda demo y la aprobación del 13/10.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C:\Users\ASUS\Desktop\Proyecto1\Proyecto-IMSJ\docs\ingenieria_software\control_cambios.md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un solo caso de punta a punta: POST /api/reservas.</a:t>
            </a:r>
          </a:p>
          <a:p xmlns:a="http://schemas.openxmlformats.org/drawingml/2006/main">
            <a:r>
              <a:t>Destacar que el bloqueo y la transacción evitan dos reservas sobre el último cupo.</a:t>
            </a:r>
          </a:p>
          <a:p xmlns:a="http://schemas.openxmlformats.org/drawingml/2006/main">
            <a:r>
              <a:t>Relacionar cada capa con una responsabilidad, no leer nombres de carpetas.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Conectar esta regla con los permisos del backend y el historial de acciones.</a:t>
            </a:r>
          </a:p>
          <a:p xmlns:a="http://schemas.openxmlformats.org/drawingml/2006/main">
            <a:r>
              <a:t>Ocultar botones en el frontend ayuda a la interfaz, pero la autorización real ocurre en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C:\Users\ASUS\Desktop\Proyecto1\Proyecto-IMSJ\docs\ingenieria_software\Requerimientos.md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hay dos contenedores: actualizar la aplicación sin reemplazar los datos.</a:t>
            </a:r>
          </a:p>
          <a:p xmlns:a="http://schemas.openxmlformats.org/drawingml/2006/main">
            <a:r>
              <a:t>Aclarar que MySQL no publica su puerto hacia la red.</a:t>
            </a:r>
          </a:p>
          <a:p xmlns:a="http://schemas.openxmlformats.org/drawingml/2006/main">
            <a:r>
              <a:t>No presentar 90 usuarios como capacidad comprobada. Es un objetivo de dimensionamiento pendiente de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C:\Users\ASUS\Desktop\Proyecto1\Proyecto-IMSJ\docs\administracion_ssoo\justificacion-tecnologica.md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controles preventivos de técnicas de verificación.</a:t>
            </a:r>
          </a:p>
          <a:p xmlns:a="http://schemas.openxmlformats.org/drawingml/2006/main">
            <a:r>
              <a:t>No decir que una herramienta garantiza seguridad. Explicar alcance y revalidación de hallazgos.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C:\Users\ASUS\Desktop\Proyecto1\Proyecto-IMSJ\docs\electiva_ciberseguridad\checklist_ciberseguridad_entrega_final.md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los números con su significado. Las 192 comprobaciones no equivalen a cobertura de líneas.</a:t>
            </a:r>
          </a:p>
          <a:p xmlns:a="http://schemas.openxmlformats.org/drawingml/2006/main">
            <a:r>
              <a:t>Explicar el caso 201/422: exactamente una reserva persistió cuando dos procesos compitieron por el último cupo.</a:t>
            </a:r>
          </a:p>
          <a:p xmlns:a="http://schemas.openxmlformats.org/drawingml/2006/main">
            <a:r>
              <a:t>Mantener visible la limitación sobre la prueba de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C:\Users\ASUS\Desktop\Proyecto1\Proyecto-IMSJ\docs\ingenieria_software\plan_informe_pruebas.md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retomando a los dos actores del comienzo.</a:t>
            </a:r>
          </a:p>
          <a:p xmlns:a="http://schemas.openxmlformats.org/drawingml/2006/main">
            <a:r>
              <a:t>Frase sugerida: Portal Vial no es solamente un sitio; es el resultado de convertir dos necesidades en un sistema gestionable, comprobable y preparado para evolucionar.</a:t>
            </a:r>
          </a:p>
          <a:p xmlns:a="http://schemas.openxmlformats.org/drawingml/2006/main">
            <a:r>
              <a:t>Dejar la diapositiva visible durante las preguntas.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750bcbbd141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74d4dd97144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9614a1e5d44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d1d4f143c74f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44c789ca742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99f492c1e42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9FE011-D2D0-477B-8249-9118A1E734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C9B800-3332-4530-9C52-C703013137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8AC62E-39C9-48CE-B031-0AC24089BA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8204A9-1BD6-4227-8401-41356AAA1D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CBFAA5-69A4-4C72-9462-D792919FDD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E22C00-CA59-49EC-B74C-AC81BA83C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BDD660-FD24-4351-B82B-713D5AF7F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597AAD-72AB-40EC-A2E1-0802619842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E2D6CD-3D0F-4867-9992-886FC08CF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96090A-1B01-4797-84F1-AD0F391D76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ff6e0adb844aa7" /><Relationship Type="http://schemas.openxmlformats.org/officeDocument/2006/relationships/slideLayout" Target="/ppt/slideLayouts/slideLayout1.xml" Id="R6ad8e7c6aad24e52" /><Relationship Type="http://schemas.openxmlformats.org/officeDocument/2006/relationships/slideLayout" Target="/ppt/slideLayouts/slideLayout2.xml" Id="Rfb5d46f400a642ff" /><Relationship Type="http://schemas.openxmlformats.org/officeDocument/2006/relationships/slideLayout" Target="/ppt/slideLayouts/slideLayout3.xml" Id="Rdf1de3286b3a4a47" /><Relationship Type="http://schemas.openxmlformats.org/officeDocument/2006/relationships/slideLayout" Target="/ppt/slideLayouts/slideLayout4.xml" Id="R9b49564fbd464640" /><Relationship Type="http://schemas.openxmlformats.org/officeDocument/2006/relationships/slideLayout" Target="/ppt/slideLayouts/slideLayout5.xml" Id="Re5341546e7014f53" /><Relationship Type="http://schemas.openxmlformats.org/officeDocument/2006/relationships/slideLayout" Target="/ppt/slideLayouts/slideLayout6.xml" Id="R30ab186ecc724c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d8e7c6aad24e52"/>
    <p:sldLayoutId xmlns:r="http://schemas.openxmlformats.org/officeDocument/2006/relationships" id="2147483650" r:id="Rfb5d46f400a642ff"/>
    <p:sldLayoutId xmlns:r="http://schemas.openxmlformats.org/officeDocument/2006/relationships" id="2147483651" r:id="Rdf1de3286b3a4a47"/>
    <p:sldLayoutId xmlns:r="http://schemas.openxmlformats.org/officeDocument/2006/relationships" id="2147483652" r:id="R9b49564fbd464640"/>
    <p:sldLayoutId xmlns:r="http://schemas.openxmlformats.org/officeDocument/2006/relationships" id="2147483653" r:id="Re5341546e7014f53"/>
    <p:sldLayoutId xmlns:r="http://schemas.openxmlformats.org/officeDocument/2006/relationships" id="2147483654" r:id="R30ab186ecc724c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fa1ac028214b1c" /><Relationship Type="http://schemas.openxmlformats.org/officeDocument/2006/relationships/image" Target="/ppt/media/image.png" Id="R885b71b6f6eb43b9" /><Relationship Type="http://schemas.openxmlformats.org/officeDocument/2006/relationships/image" Target="/ppt/media/image2.png" Id="R018e561657ae49d1" /><Relationship Type="http://schemas.openxmlformats.org/officeDocument/2006/relationships/image" Target="/ppt/media/image3.png" Id="Rc2e23c824a134813" /><Relationship Type="http://schemas.openxmlformats.org/officeDocument/2006/relationships/notesSlide" Target="/ppt/notesSlides/notesSlide1.xml" Id="Ra7e94c62a76d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bf87c1dd2d4276" /><Relationship Type="http://schemas.openxmlformats.org/officeDocument/2006/relationships/notesSlide" Target="/ppt/notesSlides/notesSlide2.xml" Id="Rf5c43cfec8284c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27e1a3182149ee" /><Relationship Type="http://schemas.openxmlformats.org/officeDocument/2006/relationships/notesSlide" Target="/ppt/notesSlides/notesSlide3.xml" Id="R52cf968863c841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682cc6cd44ec4" /><Relationship Type="http://schemas.openxmlformats.org/officeDocument/2006/relationships/image" Target="/ppt/media/image4.png" Id="R9ab1e1a0bbd94a65" /><Relationship Type="http://schemas.openxmlformats.org/officeDocument/2006/relationships/image" Target="/ppt/media/image5.png" Id="R0aed6337ad444e2f" /><Relationship Type="http://schemas.openxmlformats.org/officeDocument/2006/relationships/notesSlide" Target="/ppt/notesSlides/notesSlide4.xml" Id="R506bfd5d206b41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b361d62c240b2" /><Relationship Type="http://schemas.openxmlformats.org/officeDocument/2006/relationships/image" Target="/ppt/media/image6.png" Id="R558bb2fbcc3a4398" /><Relationship Type="http://schemas.openxmlformats.org/officeDocument/2006/relationships/notesSlide" Target="/ppt/notesSlides/notesSlide5.xml" Id="R1843d559e5044c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1872f47104353" /><Relationship Type="http://schemas.openxmlformats.org/officeDocument/2006/relationships/image" Target="/ppt/media/image7.png" Id="R0fd51fb686214887" /><Relationship Type="http://schemas.openxmlformats.org/officeDocument/2006/relationships/notesSlide" Target="/ppt/notesSlides/notesSlide6.xml" Id="R9b8500b6944746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765dc6a724cfd" /><Relationship Type="http://schemas.openxmlformats.org/officeDocument/2006/relationships/notesSlide" Target="/ppt/notesSlides/notesSlide7.xml" Id="Re7b9d7b51bff4f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82fb32dab40ae" /><Relationship Type="http://schemas.openxmlformats.org/officeDocument/2006/relationships/notesSlide" Target="/ppt/notesSlides/notesSlide8.xml" Id="Rfe12bff21cdc4a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67ab8a1ee4730" /><Relationship Type="http://schemas.openxmlformats.org/officeDocument/2006/relationships/notesSlide" Target="/ppt/notesSlides/notesSlide9.xml" Id="R79921dbdd15243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7dd34008d4bfc" /><Relationship Type="http://schemas.openxmlformats.org/officeDocument/2006/relationships/notesSlide" Target="/ppt/notesSlides/notesSlide10.xml" Id="Rc3f1e152cd5d4f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b5398e7a014043" /><Relationship Type="http://schemas.openxmlformats.org/officeDocument/2006/relationships/notesSlide" Target="/ppt/notesSlides/notesSlide11.xml" Id="Ra72ceab290284b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e43563fd254bf6" /><Relationship Type="http://schemas.openxmlformats.org/officeDocument/2006/relationships/notesSlide" Target="/ppt/notesSlides/notesSlide12.xml" Id="Rdb2a22c43a4b40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38becd3774773" /><Relationship Type="http://schemas.openxmlformats.org/officeDocument/2006/relationships/notesSlide" Target="/ppt/notesSlides/notesSlide13.xml" Id="R32f0160d2c334c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e29b1e56d4f8d" /><Relationship Type="http://schemas.openxmlformats.org/officeDocument/2006/relationships/notesSlide" Target="/ppt/notesSlides/notesSlide14.xml" Id="R50a8972353be46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8a364a514749f1" /><Relationship Type="http://schemas.openxmlformats.org/officeDocument/2006/relationships/image" Target="/ppt/media/image8.png" Id="R4635714c8c454e6e" /><Relationship Type="http://schemas.openxmlformats.org/officeDocument/2006/relationships/image" Target="/ppt/media/image9.png" Id="Rd4fb02f82a804dcf" /><Relationship Type="http://schemas.openxmlformats.org/officeDocument/2006/relationships/notesSlide" Target="/ppt/notesSlides/notesSlide15.xml" Id="Rea2a0e5251c84a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85992-8AED-4D66-9531-5EF60585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A9A0D-6613-4DC7-88B5-8443236228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b71b6f6eb43b9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CB486-E0AB-4904-B6D9-37040006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E0510-5186-4B79-BF1F-68CC4E6DE8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e561657ae49d1"/>
          <a:stretch xmlns:a="http://schemas.openxmlformats.org/drawingml/2006/main"/>
        </p:blipFill>
        <p:spPr>
          <a:xfrm xmlns:a="http://schemas.openxmlformats.org/drawingml/2006/main">
            <a:off x="628650" y="565058"/>
            <a:ext cx="647700" cy="5843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0C9B3-E80A-421E-A9E2-A426E1F7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1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INTENDENCIA DE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84D27-3523-4310-BCFE-7AB171EC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0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EDUCACIÓN VIAL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A6313-5230-456C-B255-DF96E3BF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53260-92EB-49C6-8F38-4B868732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D94D12"/>
                </a:solidFill>
                <a:latin typeface="Segoe UI"/>
                <a:ea typeface="Segoe UI"/>
                <a:cs typeface="Segoe UI"/>
              </a:rPr>
              <a:t>DEFENSA DEL PROYECTO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D0CA5-8271-4FE4-A68B-A9E1F637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F5CB4-C79E-4047-9ED1-97EC2E14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Dos necesidades. Una solución gestionable.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B4E3C-F8C8-49B1-BEC1-56256F9B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Proyecto académico | RC5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10209-32B2-479E-971F-555E9C88EA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23c824a134813"/>
          <a:stretch xmlns:a="http://schemas.openxmlformats.org/drawingml/2006/main"/>
        </p:blipFill>
        <p:spPr>
          <a:xfrm xmlns:a="http://schemas.openxmlformats.org/drawingml/2006/main">
            <a:off x="6010275" y="5924550"/>
            <a:ext cx="476250" cy="47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802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9FE118-FD90-4461-926A-B98A8704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F3162-8DDA-4175-927B-9596807C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00FFC-0059-4491-AA03-2D060B51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C957C-323E-4E37-9F45-3092D8BE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52EA7-72EC-445D-B7A2-FF1D9E8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D783A-6AA5-4FD6-AEEB-A06618F9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Dos perspectivas, una misma brecha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F1CCD-4D03-4940-A168-7FB2A541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acceso a la información y la capacidad de comunicar estaban desconectados.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4351E-05EF-47B9-9BAE-324D9C5B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545F8-899C-4046-BCF6-75C4BE89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joven que quiere prepararse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63FFC-F3CB-44B7-A729-316980AD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Necesita saber qué estudiar, dónde practicar y cómo resolver una duda sin recorrer canales dispersos.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2E8F6-A348-4BF0-8618-92B51C22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19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52389-343F-4B90-ADCF-7987B8C2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85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0DB0-27D8-43B0-81A5-ADF655B4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76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20"/>
          </a:bodyPr>
          <a:lstStyle xmlns:a="http://schemas.openxmlformats.org/drawingml/2006/main">
            <a:def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Dirección que necesita llegar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19F22-13B7-4298-AD72-B9400F61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Necesita comunicar, concientizar y mantener información vigente sin depender del equipo desarrollador.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BAFF3-E785-4CF5-B23D-F64CCB23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4000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0F16C0-E5A7-4CAC-804B-43CB316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Información difícil de localizar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EF265-0CB6-44AF-AEF7-3965BF13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9052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33D63-C0C4-4080-95A7-60220F80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672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Una barrera para acercarse a los jóvenes</a:t>
            </a:r>
          </a:p>
        </p:txBody>
      </p:sp>
    </p:spTree>
    <p:extLst>
      <p:ext uri="{BB962C8B-B14F-4D97-AF65-F5344CB8AC3E}">
        <p14:creationId xmlns:p14="http://schemas.microsoft.com/office/powerpoint/2010/main" val="208500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DCB39-A565-4418-8BFF-437D259B5E3B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429500" y="32670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FC2DE-2FBA-441B-A8CB-1E2993A3F5D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32670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9F174-2330-49B0-80AD-290D3D40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A50D7-4FCB-4653-8EF9-6C5595CF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 conecta ambas necesidades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55C97-4B3E-4484-AE16-A9C91F18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381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CB11A-EE98-45EF-A0CE-158C4846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CIUDADANÍA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C9532-475E-4F74-A6AB-3B50DB23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667000" cy="1276350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9071B-5B63-421F-887B-B0C1EC7E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2438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AE900-CCC4-42A5-985B-A3891171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2381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FCAB8-6C1F-4C1A-AADA-6B8F5442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DIRECCIÓN DE TRÁNSITO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915B5-B41C-4A85-A741-DD509524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Consulta, estudia y realiza gestiones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B124D-5F9B-4646-B873-264FFFFC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Publica, revisa y mantiene contenidos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DE393-48D5-47D2-8321-CAD9C969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 canal ciudadano y una herramienta de gestión en el mismo sistema</a:t>
            </a:r>
          </a:p>
        </p:txBody>
      </p:sp>
    </p:spTree>
    <p:extLst>
      <p:ext uri="{BB962C8B-B14F-4D97-AF65-F5344CB8AC3E}">
        <p14:creationId xmlns:p14="http://schemas.microsoft.com/office/powerpoint/2010/main" val="1554741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8F049-7521-4168-9BD6-AA2BBC3D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A9A1F-9E26-4904-99EC-248EF9EE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65866-B5D0-4345-AAFB-3FC225A7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66393-44AB-447E-8309-365896FB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7AAB9-A6F9-4A2D-BB9D-AAE3D4DC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3CCC6-D103-4DCA-9B84-1690D86B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Cada necesidad activa una respuesta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244EE-03CE-499D-BA24-427F4DF3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funciones aparecen cuando la historia las necesita.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CABE8-DD39-4626-9A50-1CB612F2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B3B8A-3D9F-451D-9F54-88D63158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Prepararse para el teórico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D79BC-B687-4F86-8E4B-1AD23228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764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76CB4-9292-4D17-A22A-5924B522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76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Materiales y simulacro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DEE44-BAF8-45AE-AED8-17722733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27507-90A5-43EE-9AE8-7F49AC5B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Conocer novedades vigentes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2A1A7-A394-43C0-ADA6-847DC0CD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59B73-924F-4DB4-B0E9-4E75F0CB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Noticias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40C90-EA28-4C9F-86E0-9D2BD339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29243-0843-4AF0-80BF-47BBAAF5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Resolver una duda frecuente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46193-DE8C-432B-B9EC-81D397DF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290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AA908-9BFD-4A2D-939D-3566E63B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290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Preguntas por categoría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DB195-DD69-4D15-9885-D041D609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E963E-AF66-46DC-BCD2-499CB189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Consultar algo no publicado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7445B-9B3B-4D45-B0B8-2F2721FF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053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6405F-7B36-4E1A-BC97-8F5E76D8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053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Formulario y bandeja interna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12ACF-C48E-4F6A-B67B-128CF18540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1e1a0bbd94a65"/>
          <a:srcRect xmlns:a="http://schemas.openxmlformats.org/drawingml/2006/main" l="3624" t="0" r="3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000250"/>
            <a:ext cx="2952750" cy="1790700"/>
          </a:xfrm>
          <a:prstGeom xmlns:a="http://schemas.openxmlformats.org/drawingml/2006/main" prst="roundRect">
            <a:avLst>
              <a:gd name="adj" fmla="val 7447"/>
            </a:avLst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035AB-2F1B-44A7-8338-CF711BA970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d6337ad444e2f"/>
          <a:srcRect xmlns:a="http://schemas.openxmlformats.org/drawingml/2006/main" l="3624" t="0" r="3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4057650"/>
            <a:ext cx="2952750" cy="1790700"/>
          </a:xfrm>
          <a:prstGeom xmlns:a="http://schemas.openxmlformats.org/drawingml/2006/main" prst="roundRect">
            <a:avLst>
              <a:gd name="adj" fmla="val 7447"/>
            </a:avLst>
          </a:prstGeom>
        </p:spPr>
      </p:pic>
    </p:spTree>
    <p:extLst>
      <p:ext uri="{BB962C8B-B14F-4D97-AF65-F5344CB8AC3E}">
        <p14:creationId xmlns:p14="http://schemas.microsoft.com/office/powerpoint/2010/main" val="1225738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19AA7-D1D7-4DB2-B4F4-F1206097F7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bb2fbcc3a43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993E7-1EDF-4BD3-B4CF-5AC4F3A7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37254-D4FE-4855-A01C-74C62ED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DEMO 1  |  PORTAL CIUDADANO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62233-035C-4177-932A-F5A7A7F7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E6A80-28DA-4618-9458-E0FE6A05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D94D12"/>
                </a:solidFill>
                <a:latin typeface="Segoe UI"/>
                <a:ea typeface="Segoe UI"/>
                <a:cs typeface="Segoe UI"/>
              </a:rPr>
              <a:t>Noticias · estudio · FAQ · simulador · agenda</a:t>
            </a:r>
          </a:p>
        </p:txBody>
      </p:sp>
    </p:spTree>
    <p:extLst>
      <p:ext uri="{BB962C8B-B14F-4D97-AF65-F5344CB8AC3E}">
        <p14:creationId xmlns:p14="http://schemas.microsoft.com/office/powerpoint/2010/main" val="292579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18C68-49A0-4772-9654-672CD2AC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C089F-C7F9-4256-9831-661048C3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6F0C1-23B1-4609-A92B-F4BDD63A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98EE3-620C-41D7-B518-380C86F9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D61BB-710C-4B95-A87A-6CC35175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242F8-79E9-4092-8F3A-A70B5C92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Dirección controla el ciclo completo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1F598-DB30-420D-81F7-C44D5C90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panel separa creación, revisión, aprobación y publicación.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D4B96-5A55-4297-9216-4DB165D28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51fb686214887"/>
          <a:srcRect xmlns:a="http://schemas.openxmlformats.org/drawingml/2006/main" l="0" t="16821" r="0" b="16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109728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3DCE7-5E95-45A6-81AD-98A57B30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483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885F8-EADC-4ACF-9B51-7903EAA1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48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BORRADOR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F4236-5AF1-4FBC-A0C1-156B1985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0483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E6581-3160-4BDF-BADD-130235E3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483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2C051-D658-4CCA-BB8F-42ED2073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48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B9790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0EBBC-9D74-473D-8822-02788ABE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483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2C3A9-E187-493D-9293-F745B598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483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2CC9E-9004-4835-B91B-1E174A63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48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APROBADO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B3C35-A387-4C75-96F6-1566D979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0483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1D3ED-9A31-4441-BA7D-4A9F363E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0483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2949A-EA76-4246-BEF4-042A6AED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0483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PUBLICADO</a:t>
            </a:r>
          </a:p>
        </p:txBody>
      </p:sp>
    </p:spTree>
    <p:extLst>
      <p:ext uri="{BB962C8B-B14F-4D97-AF65-F5344CB8AC3E}">
        <p14:creationId xmlns:p14="http://schemas.microsoft.com/office/powerpoint/2010/main" val="562246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A340E-C8D3-4BCD-A1F7-E5C18CEC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50191-6585-42EC-B602-B50C1610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ACTO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E5FEE-ED3E-4081-96AD-899E2CEF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Nada sale de la 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DD7BE-0FE4-426D-B0FE-13900584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La solución creció a través de decisiones registradas, demostraciones y cambios validados.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D1F2B-51B8-49EE-9107-8D386029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838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6FDEB-A52F-403C-872C-B83E87E6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NECESIDAD  ·  REQUISITO  ·  IMPLEMENTACIÓN  ·  EVIDENCIA</a:t>
            </a:r>
          </a:p>
        </p:txBody>
      </p:sp>
    </p:spTree>
    <p:extLst>
      <p:ext uri="{BB962C8B-B14F-4D97-AF65-F5344CB8AC3E}">
        <p14:creationId xmlns:p14="http://schemas.microsoft.com/office/powerpoint/2010/main" val="826173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33194A-EF5E-41CE-B5F0-5610CDD9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17D4B-F1F6-472F-89AB-CF5A57E3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66397-30F1-4913-B212-92FC1892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GESTIÓN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16FC7-1303-46DC-81E0-C22F86CD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7F2FC7-44DC-44EA-A9B3-5684F0C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8B8FF-BBEC-4291-BA4A-6B139293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Del planteo inicial a la aprobación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14CF6-AE7D-48F4-9493-75993C8C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proceso permite explicar por qué existe cada parte del producto.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59259-7D06-4860-9B61-B8D77D5A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8D490-285D-4CDD-A889-CD7A1CC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AA5BE-D3A2-4E81-9FB6-7BB03522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26F4F-3BB9-4331-98A7-05135ECF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Planteo general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6AFFF-6CAF-4512-9ED7-B97A6B9C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635A1-235B-4FC9-82CA-23E262D5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09 JUL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11328-72FB-45A9-BD89-72A4D053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Entrevista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358AC-B13E-4EE0-9C93-6246C532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5F125-D929-4FE1-9730-A2E58A8D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22–28 JUL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B2BA3-4A43-478B-B7DA-83826C84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Requisitos y 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85E9B-F1CB-460B-89D1-4CBABC47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F1ED9-2FAA-4932-AE4F-9C8EEE1C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JUL–SEP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F0005-B36F-422B-8F9E-0A5EAF07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Sprints 1–4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0574E-90C3-4F02-846F-F83A2CCF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41E1EB-9F41-46E9-A18C-3D8CFBEA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 SEP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EEDCF-2AA9-44C0-A147-1838FAAD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Demo al cliente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74A4E-85E0-4338-8F7A-1A42C14B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5317B-FEFE-48BC-B665-CF416FE6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SEP–OCT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BD6F39-71EF-4D22-9917-A91B0777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Cambios y Sprint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924305-3A2C-42AA-B318-09B81FC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71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4080F-6BB7-48FE-9832-37FB6B4A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00300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13 OCT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752F24-BA95-4AFB-B5FB-5A5DE51F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43300"/>
            <a:ext cx="1352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Aprobación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A0C61A-431F-4242-949D-AA0E9FAC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101346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15544F-B2A6-41B0-AB45-C8C67EB4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Cada demostración funcionó como validación: permitió comparar lo construido con la necesidad real y registrar los ajustes.</a:t>
            </a:r>
          </a:p>
        </p:txBody>
      </p:sp>
    </p:spTree>
    <p:extLst>
      <p:ext uri="{BB962C8B-B14F-4D97-AF65-F5344CB8AC3E}">
        <p14:creationId xmlns:p14="http://schemas.microsoft.com/office/powerpoint/2010/main" val="7436622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9E8DB-6BD7-4B53-B9D9-3C16A70B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3BEA7-16E1-4398-BBA8-95EEDFB2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61C7D-810C-4B12-B889-AE4598DB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CONTROL DE CAMBIOS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8BB46-7CBD-460A-A453-7B7A9AE9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64761-F891-4EC0-8447-DAC6B08C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01C32-BCF3-48E7-8F1D-3770A4C0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primera demo cambió el producto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E864A-9FC7-4B3C-B49D-3DB88AC0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3 de septiembre el cliente pidió tres ampliaciones que alteraron alcance, datos y permisos.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C1124-2E8D-42B0-93E6-622D0C61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03/09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2D7EF-D685-438B-952B-6A225F96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DEMO CON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26BB8-69EC-48C5-83B0-756C8BEF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190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BA16F-74B5-4BCE-BF23-022B79C7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55E20-AEA8-4AF8-8521-9AA9E670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Consultas ciudadanas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E62D6-8247-4AD7-AFD4-A6E6EC09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Formulario público y bandeja de lectura en el panel.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8DAB2-6239-41CB-92F6-0C3552D3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F1006-A1F2-475C-8F25-5A52F849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04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51864-446B-4C5B-BF56-8C8F327B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Aprobación separada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28793-D10D-4FC2-99D9-C5F3A9C8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Directora revisa antes de que el personal publique.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CBA80-A432-428C-B488-80623D33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9566D-DB86-4384-9C1A-B73DC28C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7AA55-2EB6-41F5-B155-384B852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Imágenes en el simulacro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6C620-F2EE-4CB8-A6BE-0D14AE10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preguntas pueden representar situaciones reales de tránsito.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C534C-830C-4FE2-92D5-14EB9DE4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485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7326D-85BC-4EAC-AE08-460473EB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CAMBIO REGISTRADO → IMPLEMENTADO → VALIDADO</a:t>
            </a:r>
          </a:p>
        </p:txBody>
      </p:sp>
    </p:spTree>
    <p:extLst>
      <p:ext uri="{BB962C8B-B14F-4D97-AF65-F5344CB8AC3E}">
        <p14:creationId xmlns:p14="http://schemas.microsoft.com/office/powerpoint/2010/main" val="178299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67E287-8E6C-47CA-8DA2-776D7C2BEE72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9441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head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B812B-D90A-4A33-AF38-8FBCE803FBC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0010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head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54517D-BAA6-409C-B84B-A8A5621B51F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579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head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DB9255-A7A5-4FC5-B78C-138111A875F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148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head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A6445-C953-469F-A816-E75DCF22AD5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717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head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868357-51B5-4686-920B-264CA102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A383E-E69A-4886-980B-E7642226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2F9EE-15A5-43E8-8EE4-E99A0C45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2BC97-A938-4453-BC44-95DF98F1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814B9-D669-41BB-A574-14604F64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D5EB7-B1B5-40E3-A5F6-42F623B6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petición atraviesa responsabilidades claras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88D18-CF64-4C66-B1C8-7CCE9F6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interfaz no consulta la base directamente y cada capa resuelve una parte del caso de uso.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8F62B-136F-4F18-9BC9-40F23306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696EE-A624-48B6-AC54-3DB52E8F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NAVEGADOR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F06FF-59F8-45AF-88FD-C1526FBB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Portal o 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961D0-3B84-4B2C-B9E8-D46B4F7D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B294C-3861-4488-A7C3-396547EC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42293-DD49-4726-93F2-7192C540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Método y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62FE1-20A0-49A3-9620-08D36DA2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57F64-6B49-417E-B8DF-4DD64ED9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D66A8-F15C-4516-A4AB-2DCE0BF1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Entrada y permisos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7FD37-9A1C-4B5A-9DF7-38751027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B706E-CE5E-458C-8F5A-427D267D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31BB6-74CF-4F74-93C5-2A81A76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Reglas de negocio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E143A-F889-4EB7-AA1F-5A0090EF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DCAFE-FD08-4837-96C0-F1D05596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4E619-1913-4911-B099-EAB59396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Consultas PDO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90FC4-2E69-4991-BCF3-858E6C66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14288">
            <a:solidFill>
              <a:srgbClr val="1220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28944-7CC9-4E25-8DA7-5F4132AD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MYSQL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AB194-AE55-47CE-A9CE-4BCD9472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Persistencia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6507FF-59DE-4952-820C-89F7C2E1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02108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BCE02-E22F-479B-81DF-A1602E51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Ejemplo: reservar una franja exige autenticación, valida reglas, bloquea el último cupo y persiste todo dentro de una transacción.</a:t>
            </a:r>
          </a:p>
        </p:txBody>
      </p:sp>
    </p:spTree>
    <p:extLst>
      <p:ext uri="{BB962C8B-B14F-4D97-AF65-F5344CB8AC3E}">
        <p14:creationId xmlns:p14="http://schemas.microsoft.com/office/powerpoint/2010/main" val="4678518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0EE400-A95D-421A-8DAB-E94D510501B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head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6ACB8-2B1F-4FF2-BB74-ADCCC7E06ED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531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head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68654-FA18-4FB5-91F4-B41511D5EAE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956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E57FD-A80D-4399-9DD1-56EFF0C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06784-4980-4202-B950-27486CFA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2B7CE-C759-4169-B015-9B2B5B11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REGLAS DE NEGOCIO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ED721-31AE-4D3C-8D10-4BB0A629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94588-AF46-4EF2-BDE6-3C00506F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96D65-39E5-4A3F-80CE-CEB8802F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Publicar requiere una secuencia controlada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19419-BE3F-466A-BAE7-75B90BC9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Los estados implementan la aprobación solicitada durante la demostración.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B83C6-E2B9-4FFF-975F-DBD5AAD5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14288">
            <a:solidFill>
              <a:srgbClr val="5A60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3D180-B60E-4B1D-9B6F-82A35C15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BORRADOR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4DB7A-0C51-427C-BCD8-00BABEB9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crea o edita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8F63E-68BD-427D-91F8-820E4D6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4288">
            <a:solidFill>
              <a:srgbClr val="B979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24267-E23E-4D1B-9732-C2CB9D32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B9790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4C7DC-EFAF-425E-AE72-9C1334F5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envía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94016-3CCC-46E6-A1DC-53FFA22B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6ABB0-99F8-49D4-8276-04EAD405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APROBADO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23F2D-BF80-4638-8C9B-C5577BE3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Directora aprueba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6F04D-64A4-4D14-82D1-8C37D416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6716C-8E1A-4E38-994D-098E2F91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PUBLICADO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9B81B-ED84-4284-BFCF-5BD5899E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publica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2588B-3BDD-4890-9C62-481A8260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6896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0ECDE-D74D-4E9A-A235-882159F0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53000"/>
            <a:ext cx="632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Si alguien edita el contenido, vuelve a borrador y necesita una aprobación nueva.</a:t>
            </a:r>
          </a:p>
        </p:txBody>
      </p:sp>
    </p:spTree>
    <p:extLst>
      <p:ext uri="{BB962C8B-B14F-4D97-AF65-F5344CB8AC3E}">
        <p14:creationId xmlns:p14="http://schemas.microsoft.com/office/powerpoint/2010/main" val="16007320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25A81-7591-4CE7-99EB-213850816F0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14900" y="34671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0B282D-E150-4551-86D1-83521AB5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BE70B-B176-45B4-A46F-56A773B6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CDD5C-BA20-4577-BB53-07B88A1C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INFRAESTRUCTURA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A3F87-0F9A-49E7-A48D-B3F9EC9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9E701-56A7-4D30-BFD3-FB3998B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848A56-B1A6-4F27-B6F7-9D57DA36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entorno reconstruible y separable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4C53C-D438-4A13-9B57-D18BB698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Docker Compose describe aplicación, base, persistencia y controles de salud.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542F4-DACA-45F8-84D3-41B6EF26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0934700" cy="38862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C030D-0771-4E98-AA1E-C89FACCF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764D1-5089-4E41-AD8C-A5C212AA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UBUNTU SERVER 26.04 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7F68D-5B05-4C50-9F16-60D4F33B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3524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CCF5F-CC5A-49AF-AF4D-6F9B7759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33700"/>
            <a:ext cx="3295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APP</a:t>
            </a:r>
          </a:p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Apache + PHP + API + frontends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3EE8A-125B-4548-A44E-1F0D81F6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3524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E09FD-59F1-4262-94C1-0345E936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3295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DB</a:t>
            </a:r>
          </a:p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MySQL 8.4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6E59D-0BE2-42E4-A828-D168CB01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red interna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74472-12E9-4B7F-9D40-E2B262CA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2B278-A117-41C7-B6C3-F30B5C97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Adjuntos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1CFB5-2D33-4C46-8FB7-8BF4DCB5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101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8FD50-4285-405C-A6A4-9BF35016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86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Caché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B32ED-9989-4702-ABEE-704003B1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10100"/>
            <a:ext cx="2095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3B5F7-895F-4607-9469-5D1A4F2B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Datos 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EC77D4-3DD2-44CB-BC9A-454C858F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VOLÚMENES PERSISTENTES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FBF4A-77BF-42AE-8EF9-149D068E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0416D-BFF1-4EC8-87BD-758BB8F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2 vCPU · 4 GB RAM · 30 GB SSD/NVMe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33C252-4AB5-43E1-9D6B-B0895DF0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483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Punto inicial. La capacidad de 90 sesiones todavía requiere una prueba de carga.</a:t>
            </a:r>
          </a:p>
        </p:txBody>
      </p:sp>
    </p:spTree>
    <p:extLst>
      <p:ext uri="{BB962C8B-B14F-4D97-AF65-F5344CB8AC3E}">
        <p14:creationId xmlns:p14="http://schemas.microsoft.com/office/powerpoint/2010/main" val="8398387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DBDAAE-3ED3-4665-8677-0E3BF0BD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B1C81-6305-473F-A16C-F6FA3478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706BA-71B3-4AB9-9425-6A19EE17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CIBERSEGURIDAD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37D3A-12F4-4D1B-BB8C-24D77A81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C15AA-1E2C-4980-AC93-FF3B46D8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24DBE-5449-4FE4-B870-7B36EC88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Controles y pruebas de seguridad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11B6C-CDB2-4730-956B-75DA6520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Primero se redujo la superficie de riesgo. Después se buscaron fallos desde distintas perspectivas.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9D427-AB29-4106-AEAB-EEBF4E27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DENTRO DEL 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15AA1-561D-4CA7-A1D2-53A1B3B8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EBDF8-E519-45D9-A32A-0CC3CFF5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Hash de contraseñas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6FDB7-6557-45FE-81E9-4C112DC5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79582-706F-4F9A-BDCC-BFBAB495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Permisos en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18E70-8F4B-4193-BAE1-BA2A39A1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1AEE7-6711-46B8-97AD-000DB013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PDO con parámetros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83902-30E0-429A-AAAB-C5864D3F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F9D8C-4847-4483-91E4-7AE90D40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Validación y transacciones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261AA-2A57-45D6-9BA6-11FAEFBA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8A268-E55D-4FB2-8BA9-0204DB7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CONTRA EL SISTEMA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B1B63-4969-4F1D-AD41-81B2D52D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3EA37B-DF31-4A95-90E7-1161732D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SAST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640FA-EF46-4683-B292-7F1166AF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Análisis del código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026FB-9A3E-4C9B-AEE2-473608C6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AB72F-54A5-4573-A83E-A9C7131E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DAST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5E8CB-033D-4C36-BAAB-FB572EEA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OWASP ZAP en ejecución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10E14-2423-4DE7-9E7B-9EC4EB0D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2C0738-A07E-42E1-8D2B-473684B2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NMAP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050568-6998-4183-BA6C-62D0DABB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24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Puertos expuestos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48279A-D156-4887-9378-FABD789F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F2BAA-60BB-4C0F-901C-03E31A7F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A2F015-3590-486D-BFDE-AEC525DB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Auditoría Bash por perfiles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DD5ECB-C81D-4DC5-B1C6-9C248088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62600"/>
            <a:ext cx="45910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60F244-5600-4DDB-8C62-7846E3A8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597"/>
          </a:bodyPr>
          <a:lstStyle xmlns:a="http://schemas.openxmlformats.org/drawingml/2006/main">
            <a:def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Los hallazgos se registran, corrigen y vuelven a probar.</a:t>
            </a:r>
          </a:p>
        </p:txBody>
      </p:sp>
    </p:spTree>
    <p:extLst>
      <p:ext uri="{BB962C8B-B14F-4D97-AF65-F5344CB8AC3E}">
        <p14:creationId xmlns:p14="http://schemas.microsoft.com/office/powerpoint/2010/main" val="17882828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72886-4A52-4B59-821A-EFBAA709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EVIDENCIA DE LA VERSIÓN VERIFICADA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6801B-C5F3-4DF8-BBD2-1E5486F1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Resultados que se pueden defender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1431B-6478-448A-AD21-3538E975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F007B-3A12-4446-9D8B-6359B80F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192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7BF96-3138-48DB-82F5-EE5C7553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comprobaciones de integración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6FD51-9ED7-435C-9202-211CB29C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5E92A-7D57-4949-9608-8F30D75A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086C5-E504-489D-9B17-A923221C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endpoints cubiertos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1035D-B153-43F7-AF7F-9A2D3723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8F5F5-EDC6-405C-964F-A565B6E1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6ED0A6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F7104-D515-4CAC-AB93-3504ECE1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814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pruebas de seguridad aprobadas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7E544-63A5-492A-9C79-D6C592F5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22346E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56CE2-2C0B-4B18-BF10-91990DEE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201 / 422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1E9E7-6ED6-4F1C-A401-0235A7F2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dos solicitudes, un último cupo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5D882-82DB-4CC2-93A6-505BE985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La prueba concurrente no sustituye una prueba de carga. El objetivo de 90 sesiones continúa pendiente de medición.</a:t>
            </a:r>
          </a:p>
        </p:txBody>
      </p:sp>
    </p:spTree>
    <p:extLst>
      <p:ext uri="{BB962C8B-B14F-4D97-AF65-F5344CB8AC3E}">
        <p14:creationId xmlns:p14="http://schemas.microsoft.com/office/powerpoint/2010/main" val="15313072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8461B-B01D-4A71-9133-17CE3FAB171C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0570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E6E2D-A39E-4505-AE23-11DA8E63E6E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2905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9F659-158E-426C-9276-DBA7229C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4EA95-DF44-44E2-8315-D21E1C0DE5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5714c8c454e6e"/>
          <a:stretch xmlns:a="http://schemas.openxmlformats.org/drawingml/2006/main"/>
        </p:blipFill>
        <p:spPr>
          <a:xfrm xmlns:a="http://schemas.openxmlformats.org/drawingml/2006/main">
            <a:off x="781050" y="581315"/>
            <a:ext cx="590550" cy="53282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8B9BC-C9F8-47C9-97C0-D5C4BA71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17C24-CD09-4E49-88D3-218B599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 historia vuelve al punto de partida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C1A88-187F-411A-A2AE-8C68A1FE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762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0DBB9-A08E-41F7-9126-98B6D155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CIUDADANÍA</a:t>
            </a:r>
          </a:p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Información clara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04CD2-ECA1-4181-AA8E-9210E96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819400" cy="156210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8EB1E-1E80-48EB-9A62-18414D1E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590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EBFC6-9FE7-4CA7-AE15-43D77F18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762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4083E-D641-4625-A13D-A8517B36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DIRECCIÓN</a:t>
            </a:r>
          </a:p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Gestión controlada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78333-3212-40E4-B6B3-3719A9D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8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Una solución construida mediante relevamiento, decisiones, validación y evidencia.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A55FB-F98F-46C3-8DEE-8B1E0C640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b02f82a804dcf"/>
          <a:stretch xmlns:a="http://schemas.openxmlformats.org/drawingml/2006/main"/>
        </p:blipFill>
        <p:spPr>
          <a:xfrm xmlns:a="http://schemas.openxmlformats.org/drawingml/2006/main">
            <a:off x="10734675" y="60960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616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2026-10-27T14:28:13.5830000Z</dcterms:created>
  <dcterms:modified xsi:type="dcterms:W3CDTF">2026-10-27T14:28:13.5830000Z</dcterms:modified>
</coreProperties>
</file>