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23e1959d32472a" /><Relationship Type="http://schemas.openxmlformats.org/officeDocument/2006/relationships/extended-properties" Target="/docProps/app.xml" Id="R449088154a3b4834" /><Relationship Type="http://schemas.openxmlformats.org/officeDocument/2006/relationships/officeDocument" Target="/ppt/presentation.xml" Id="R8c5d0eb1b3ad4d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c2c41799774b75"/>
  </p:sldMasterIdLst>
  <p:notesMasterIdLst>
    <p:notesMasterId xmlns:r="http://schemas.openxmlformats.org/officeDocument/2006/relationships" r:id="R3b0b283e9c9f4380"/>
  </p:notesMasterIdLst>
  <p:sldIdLst>
    <p:sldId xmlns:r="http://schemas.openxmlformats.org/officeDocument/2006/relationships" id="256" r:id="R09a0900b8f394d79"/>
    <p:sldId xmlns:r="http://schemas.openxmlformats.org/officeDocument/2006/relationships" id="257" r:id="Rcbc2803a00cc446a"/>
    <p:sldId xmlns:r="http://schemas.openxmlformats.org/officeDocument/2006/relationships" id="258" r:id="R10c287edba314b29"/>
    <p:sldId xmlns:r="http://schemas.openxmlformats.org/officeDocument/2006/relationships" id="259" r:id="R8af98c4b58da4ac1"/>
    <p:sldId xmlns:r="http://schemas.openxmlformats.org/officeDocument/2006/relationships" id="260" r:id="R6767f8fa7f4e4b81"/>
    <p:sldId xmlns:r="http://schemas.openxmlformats.org/officeDocument/2006/relationships" id="261" r:id="R9d5c385aab1f4c04"/>
    <p:sldId xmlns:r="http://schemas.openxmlformats.org/officeDocument/2006/relationships" id="262" r:id="Rc2d956a1c52240b6"/>
    <p:sldId xmlns:r="http://schemas.openxmlformats.org/officeDocument/2006/relationships" id="263" r:id="R094096d35010451c"/>
    <p:sldId xmlns:r="http://schemas.openxmlformats.org/officeDocument/2006/relationships" id="264" r:id="Rd632cb73e81e4056"/>
    <p:sldId xmlns:r="http://schemas.openxmlformats.org/officeDocument/2006/relationships" id="265" r:id="Re1d519c87bac4e4b"/>
    <p:sldId xmlns:r="http://schemas.openxmlformats.org/officeDocument/2006/relationships" id="266" r:id="R40d7529cbc704ee1"/>
    <p:sldId xmlns:r="http://schemas.openxmlformats.org/officeDocument/2006/relationships" id="267" r:id="R95a348b630414554"/>
    <p:sldId xmlns:r="http://schemas.openxmlformats.org/officeDocument/2006/relationships" id="268" r:id="R01ec32c481f24207"/>
    <p:sldId xmlns:r="http://schemas.openxmlformats.org/officeDocument/2006/relationships" id="269" r:id="R85b6ee2d360a4963"/>
    <p:sldId xmlns:r="http://schemas.openxmlformats.org/officeDocument/2006/relationships" id="270" r:id="R63c3ea9447a84f0f"/>
    <p:sldId xmlns:r="http://schemas.openxmlformats.org/officeDocument/2006/relationships" id="271" r:id="R74b2f6139a7040e6"/>
    <p:sldId xmlns:r="http://schemas.openxmlformats.org/officeDocument/2006/relationships" id="272" r:id="Rdaeb10a8e93f4c79"/>
    <p:sldId xmlns:r="http://schemas.openxmlformats.org/officeDocument/2006/relationships" id="273" r:id="Rb1481dc387694839"/>
    <p:sldId xmlns:r="http://schemas.openxmlformats.org/officeDocument/2006/relationships" id="274" r:id="R92c277d07f14402a"/>
    <p:sldId xmlns:r="http://schemas.openxmlformats.org/officeDocument/2006/relationships" id="275" r:id="R8e2a7a630d3e4b6c"/>
    <p:sldId xmlns:r="http://schemas.openxmlformats.org/officeDocument/2006/relationships" id="276" r:id="R0dc34c4d21934199"/>
    <p:sldId xmlns:r="http://schemas.openxmlformats.org/officeDocument/2006/relationships" id="277" r:id="R5af1422549a94a00"/>
    <p:sldId xmlns:r="http://schemas.openxmlformats.org/officeDocument/2006/relationships" id="278" r:id="R927e7bed99d843a0"/>
    <p:sldId xmlns:r="http://schemas.openxmlformats.org/officeDocument/2006/relationships" id="279" r:id="Ree97ab2562024110"/>
    <p:sldId xmlns:r="http://schemas.openxmlformats.org/officeDocument/2006/relationships" id="280" r:id="Re296ce298979455e"/>
    <p:sldId xmlns:r="http://schemas.openxmlformats.org/officeDocument/2006/relationships" id="281" r:id="Rd5dcd270dd7c4143"/>
    <p:sldId xmlns:r="http://schemas.openxmlformats.org/officeDocument/2006/relationships" id="282" r:id="Rc1718a5099a04148"/>
    <p:sldId xmlns:r="http://schemas.openxmlformats.org/officeDocument/2006/relationships" id="283" r:id="Rc012d4f3beba4601"/>
    <p:sldId xmlns:r="http://schemas.openxmlformats.org/officeDocument/2006/relationships" id="284" r:id="Rd126ca39e5fd43d3"/>
    <p:sldId xmlns:r="http://schemas.openxmlformats.org/officeDocument/2006/relationships" id="285" r:id="Rfca5fa5984e74fd8"/>
    <p:sldId xmlns:r="http://schemas.openxmlformats.org/officeDocument/2006/relationships" id="286" r:id="R3cf5354508944863"/>
    <p:sldId xmlns:r="http://schemas.openxmlformats.org/officeDocument/2006/relationships" id="287" r:id="Rc2a4d99b6a144d77"/>
    <p:sldId xmlns:r="http://schemas.openxmlformats.org/officeDocument/2006/relationships" id="288" r:id="R6bd6ca3c50b841f4"/>
    <p:sldId xmlns:r="http://schemas.openxmlformats.org/officeDocument/2006/relationships" id="289" r:id="R46c8b2ccf3184af9"/>
    <p:sldId xmlns:r="http://schemas.openxmlformats.org/officeDocument/2006/relationships" id="290" r:id="R570ba2834e1241e3"/>
    <p:sldId xmlns:r="http://schemas.openxmlformats.org/officeDocument/2006/relationships" id="291" r:id="R3181fd63b2474bee"/>
    <p:sldId xmlns:r="http://schemas.openxmlformats.org/officeDocument/2006/relationships" id="292" r:id="R1f40bfbdb8cc4dc6"/>
    <p:sldId xmlns:r="http://schemas.openxmlformats.org/officeDocument/2006/relationships" id="293" r:id="R7aae498421f64948"/>
    <p:sldId xmlns:r="http://schemas.openxmlformats.org/officeDocument/2006/relationships" id="294" r:id="R54231ff871b74e72"/>
    <p:sldId xmlns:r="http://schemas.openxmlformats.org/officeDocument/2006/relationships" id="295" r:id="R41a9262c25294839"/>
    <p:sldId xmlns:r="http://schemas.openxmlformats.org/officeDocument/2006/relationships" id="296" r:id="R400960a800f44cf3"/>
    <p:sldId xmlns:r="http://schemas.openxmlformats.org/officeDocument/2006/relationships" id="297" r:id="R6e4af77f93644240"/>
    <p:sldId xmlns:r="http://schemas.openxmlformats.org/officeDocument/2006/relationships" id="298" r:id="R743678495299445b"/>
    <p:sldId xmlns:r="http://schemas.openxmlformats.org/officeDocument/2006/relationships" id="299" r:id="R853e5be473f84404"/>
    <p:sldId xmlns:r="http://schemas.openxmlformats.org/officeDocument/2006/relationships" id="300" r:id="R78ab7ce41e1a44be"/>
    <p:sldId xmlns:r="http://schemas.openxmlformats.org/officeDocument/2006/relationships" id="301" r:id="Rca79cc9a39d64ebf"/>
    <p:sldId xmlns:r="http://schemas.openxmlformats.org/officeDocument/2006/relationships" id="302" r:id="R54ebe43221974429"/>
    <p:sldId xmlns:r="http://schemas.openxmlformats.org/officeDocument/2006/relationships" id="303" r:id="R8bf15caea54744b5"/>
    <p:sldId xmlns:r="http://schemas.openxmlformats.org/officeDocument/2006/relationships" id="304" r:id="Rc219a44c49c34444"/>
    <p:sldId xmlns:r="http://schemas.openxmlformats.org/officeDocument/2006/relationships" id="305" r:id="R7b3e012c27ef4fb4"/>
    <p:sldId xmlns:r="http://schemas.openxmlformats.org/officeDocument/2006/relationships" id="306" r:id="Re4396841f32e4e8a"/>
    <p:sldId xmlns:r="http://schemas.openxmlformats.org/officeDocument/2006/relationships" id="307" r:id="R869e2b1a3c994594"/>
    <p:sldId xmlns:r="http://schemas.openxmlformats.org/officeDocument/2006/relationships" id="308" r:id="R31f880fef4994d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73ce748add4ab4" /><Relationship Type="http://schemas.openxmlformats.org/officeDocument/2006/relationships/slideMaster" Target="/ppt/slideMasters/slideMaster1.xml" Id="Re8c2c41799774b75" /><Relationship Type="http://schemas.openxmlformats.org/officeDocument/2006/relationships/notesMaster" Target="/ppt/notesMasters/notesMaster1.xml" Id="R3b0b283e9c9f4380" /><Relationship Type="http://schemas.openxmlformats.org/officeDocument/2006/relationships/presProps" Target="/ppt/presProps.xml" Id="Reac85b5d2e3e474f" /><Relationship Type="http://schemas.openxmlformats.org/officeDocument/2006/relationships/tableStyles" Target="/ppt/tableStyles.xml" Id="Re166c04f21934a9c" /><Relationship Type="http://schemas.openxmlformats.org/officeDocument/2006/relationships/slide" Target="/ppt/slides/slide1.xml" Id="R09a0900b8f394d79" /><Relationship Type="http://schemas.openxmlformats.org/officeDocument/2006/relationships/slide" Target="/ppt/slides/slide2.xml" Id="Rcbc2803a00cc446a" /><Relationship Type="http://schemas.openxmlformats.org/officeDocument/2006/relationships/slide" Target="/ppt/slides/slide3.xml" Id="R10c287edba314b29" /><Relationship Type="http://schemas.openxmlformats.org/officeDocument/2006/relationships/slide" Target="/ppt/slides/slide4.xml" Id="R8af98c4b58da4ac1" /><Relationship Type="http://schemas.openxmlformats.org/officeDocument/2006/relationships/slide" Target="/ppt/slides/slide5.xml" Id="R6767f8fa7f4e4b81" /><Relationship Type="http://schemas.openxmlformats.org/officeDocument/2006/relationships/slide" Target="/ppt/slides/slide6.xml" Id="R9d5c385aab1f4c04" /><Relationship Type="http://schemas.openxmlformats.org/officeDocument/2006/relationships/slide" Target="/ppt/slides/slide7.xml" Id="Rc2d956a1c52240b6" /><Relationship Type="http://schemas.openxmlformats.org/officeDocument/2006/relationships/slide" Target="/ppt/slides/slide8.xml" Id="R094096d35010451c" /><Relationship Type="http://schemas.openxmlformats.org/officeDocument/2006/relationships/slide" Target="/ppt/slides/slide9.xml" Id="Rd632cb73e81e4056" /><Relationship Type="http://schemas.openxmlformats.org/officeDocument/2006/relationships/slide" Target="/ppt/slides/slide10.xml" Id="Re1d519c87bac4e4b" /><Relationship Type="http://schemas.openxmlformats.org/officeDocument/2006/relationships/slide" Target="/ppt/slides/slide11.xml" Id="R40d7529cbc704ee1" /><Relationship Type="http://schemas.openxmlformats.org/officeDocument/2006/relationships/slide" Target="/ppt/slides/slide12.xml" Id="R95a348b630414554" /><Relationship Type="http://schemas.openxmlformats.org/officeDocument/2006/relationships/slide" Target="/ppt/slides/slide13.xml" Id="R01ec32c481f24207" /><Relationship Type="http://schemas.openxmlformats.org/officeDocument/2006/relationships/slide" Target="/ppt/slides/slide14.xml" Id="R85b6ee2d360a4963" /><Relationship Type="http://schemas.openxmlformats.org/officeDocument/2006/relationships/slide" Target="/ppt/slides/slide15.xml" Id="R63c3ea9447a84f0f" /><Relationship Type="http://schemas.openxmlformats.org/officeDocument/2006/relationships/slide" Target="/ppt/slides/slide16.xml" Id="R74b2f6139a7040e6" /><Relationship Type="http://schemas.openxmlformats.org/officeDocument/2006/relationships/slide" Target="/ppt/slides/slide17.xml" Id="Rdaeb10a8e93f4c79" /><Relationship Type="http://schemas.openxmlformats.org/officeDocument/2006/relationships/slide" Target="/ppt/slides/slide18.xml" Id="Rb1481dc387694839" /><Relationship Type="http://schemas.openxmlformats.org/officeDocument/2006/relationships/slide" Target="/ppt/slides/slide19.xml" Id="R92c277d07f14402a" /><Relationship Type="http://schemas.openxmlformats.org/officeDocument/2006/relationships/slide" Target="/ppt/slides/slide20.xml" Id="R8e2a7a630d3e4b6c" /><Relationship Type="http://schemas.openxmlformats.org/officeDocument/2006/relationships/slide" Target="/ppt/slides/slide21.xml" Id="R0dc34c4d21934199" /><Relationship Type="http://schemas.openxmlformats.org/officeDocument/2006/relationships/slide" Target="/ppt/slides/slide22.xml" Id="R5af1422549a94a00" /><Relationship Type="http://schemas.openxmlformats.org/officeDocument/2006/relationships/slide" Target="/ppt/slides/slide23.xml" Id="R927e7bed99d843a0" /><Relationship Type="http://schemas.openxmlformats.org/officeDocument/2006/relationships/slide" Target="/ppt/slides/slide24.xml" Id="Ree97ab2562024110" /><Relationship Type="http://schemas.openxmlformats.org/officeDocument/2006/relationships/slide" Target="/ppt/slides/slide25.xml" Id="Re296ce298979455e" /><Relationship Type="http://schemas.openxmlformats.org/officeDocument/2006/relationships/slide" Target="/ppt/slides/slide26.xml" Id="Rd5dcd270dd7c4143" /><Relationship Type="http://schemas.openxmlformats.org/officeDocument/2006/relationships/slide" Target="/ppt/slides/slide27.xml" Id="Rc1718a5099a04148" /><Relationship Type="http://schemas.openxmlformats.org/officeDocument/2006/relationships/slide" Target="/ppt/slides/slide28.xml" Id="Rc012d4f3beba4601" /><Relationship Type="http://schemas.openxmlformats.org/officeDocument/2006/relationships/slide" Target="/ppt/slides/slide29.xml" Id="Rd126ca39e5fd43d3" /><Relationship Type="http://schemas.openxmlformats.org/officeDocument/2006/relationships/slide" Target="/ppt/slides/slide30.xml" Id="Rfca5fa5984e74fd8" /><Relationship Type="http://schemas.openxmlformats.org/officeDocument/2006/relationships/slide" Target="/ppt/slides/slide31.xml" Id="R3cf5354508944863" /><Relationship Type="http://schemas.openxmlformats.org/officeDocument/2006/relationships/slide" Target="/ppt/slides/slide32.xml" Id="Rc2a4d99b6a144d77" /><Relationship Type="http://schemas.openxmlformats.org/officeDocument/2006/relationships/slide" Target="/ppt/slides/slide33.xml" Id="R6bd6ca3c50b841f4" /><Relationship Type="http://schemas.openxmlformats.org/officeDocument/2006/relationships/slide" Target="/ppt/slides/slide34.xml" Id="R46c8b2ccf3184af9" /><Relationship Type="http://schemas.openxmlformats.org/officeDocument/2006/relationships/slide" Target="/ppt/slides/slide35.xml" Id="R570ba2834e1241e3" /><Relationship Type="http://schemas.openxmlformats.org/officeDocument/2006/relationships/slide" Target="/ppt/slides/slide36.xml" Id="R3181fd63b2474bee" /><Relationship Type="http://schemas.openxmlformats.org/officeDocument/2006/relationships/slide" Target="/ppt/slides/slide37.xml" Id="R1f40bfbdb8cc4dc6" /><Relationship Type="http://schemas.openxmlformats.org/officeDocument/2006/relationships/slide" Target="/ppt/slides/slide38.xml" Id="R7aae498421f64948" /><Relationship Type="http://schemas.openxmlformats.org/officeDocument/2006/relationships/slide" Target="/ppt/slides/slide39.xml" Id="R54231ff871b74e72" /><Relationship Type="http://schemas.openxmlformats.org/officeDocument/2006/relationships/slide" Target="/ppt/slides/slide40.xml" Id="R41a9262c25294839" /><Relationship Type="http://schemas.openxmlformats.org/officeDocument/2006/relationships/slide" Target="/ppt/slides/slide41.xml" Id="R400960a800f44cf3" /><Relationship Type="http://schemas.openxmlformats.org/officeDocument/2006/relationships/slide" Target="/ppt/slides/slide42.xml" Id="R6e4af77f93644240" /><Relationship Type="http://schemas.openxmlformats.org/officeDocument/2006/relationships/slide" Target="/ppt/slides/slide43.xml" Id="R743678495299445b" /><Relationship Type="http://schemas.openxmlformats.org/officeDocument/2006/relationships/slide" Target="/ppt/slides/slide44.xml" Id="R853e5be473f84404" /><Relationship Type="http://schemas.openxmlformats.org/officeDocument/2006/relationships/slide" Target="/ppt/slides/slide45.xml" Id="R78ab7ce41e1a44be" /><Relationship Type="http://schemas.openxmlformats.org/officeDocument/2006/relationships/slide" Target="/ppt/slides/slide46.xml" Id="Rca79cc9a39d64ebf" /><Relationship Type="http://schemas.openxmlformats.org/officeDocument/2006/relationships/slide" Target="/ppt/slides/slide47.xml" Id="R54ebe43221974429" /><Relationship Type="http://schemas.openxmlformats.org/officeDocument/2006/relationships/slide" Target="/ppt/slides/slide48.xml" Id="R8bf15caea54744b5" /><Relationship Type="http://schemas.openxmlformats.org/officeDocument/2006/relationships/slide" Target="/ppt/slides/slide49.xml" Id="Rc219a44c49c34444" /><Relationship Type="http://schemas.openxmlformats.org/officeDocument/2006/relationships/slide" Target="/ppt/slides/slide50.xml" Id="R7b3e012c27ef4fb4" /><Relationship Type="http://schemas.openxmlformats.org/officeDocument/2006/relationships/slide" Target="/ppt/slides/slide51.xml" Id="Re4396841f32e4e8a" /><Relationship Type="http://schemas.openxmlformats.org/officeDocument/2006/relationships/slide" Target="/ppt/slides/slide52.xml" Id="R869e2b1a3c994594" /><Relationship Type="http://schemas.openxmlformats.org/officeDocument/2006/relationships/slide" Target="/ppt/slides/slide53.xml" Id="R31f880fef4994d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15f07aa65e4c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0ac8464ce346f6" /><Relationship Type="http://schemas.openxmlformats.org/officeDocument/2006/relationships/notesMaster" Target="/ppt/notesMasters/notesMaster1.xml" Id="R7cabb9bdee604f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b6507cba544f9f" /><Relationship Type="http://schemas.openxmlformats.org/officeDocument/2006/relationships/notesMaster" Target="/ppt/notesMasters/notesMaster1.xml" Id="Rcbb426c89c1846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1eb01c57b84ea6" /><Relationship Type="http://schemas.openxmlformats.org/officeDocument/2006/relationships/notesMaster" Target="/ppt/notesMasters/notesMaster1.xml" Id="R61974d49ab5941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f7fa52775245fb" /><Relationship Type="http://schemas.openxmlformats.org/officeDocument/2006/relationships/notesMaster" Target="/ppt/notesMasters/notesMaster1.xml" Id="Rffd21d2dbd394e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56856aaf294251" /><Relationship Type="http://schemas.openxmlformats.org/officeDocument/2006/relationships/notesMaster" Target="/ppt/notesMasters/notesMaster1.xml" Id="R0a476b279e124a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d6d25a9903425e" /><Relationship Type="http://schemas.openxmlformats.org/officeDocument/2006/relationships/notesMaster" Target="/ppt/notesMasters/notesMaster1.xml" Id="R71fb87cec7fb44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3c727842bc4774" /><Relationship Type="http://schemas.openxmlformats.org/officeDocument/2006/relationships/notesMaster" Target="/ppt/notesMasters/notesMaster1.xml" Id="R145fa1c9966f40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32fc6a8039463e" /><Relationship Type="http://schemas.openxmlformats.org/officeDocument/2006/relationships/notesMaster" Target="/ppt/notesMasters/notesMaster1.xml" Id="Recc1f0639d854a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6c3431e55c427e" /><Relationship Type="http://schemas.openxmlformats.org/officeDocument/2006/relationships/notesMaster" Target="/ppt/notesMasters/notesMaster1.xml" Id="R48b0344658934f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16e0b9949740df" /><Relationship Type="http://schemas.openxmlformats.org/officeDocument/2006/relationships/notesMaster" Target="/ppt/notesMasters/notesMaster1.xml" Id="Rc98f90b578df44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507a77fd244b86" /><Relationship Type="http://schemas.openxmlformats.org/officeDocument/2006/relationships/notesMaster" Target="/ppt/notesMasters/notesMaster1.xml" Id="R5620a3a1b2af40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2fe726c7064cf7" /><Relationship Type="http://schemas.openxmlformats.org/officeDocument/2006/relationships/notesMaster" Target="/ppt/notesMasters/notesMaster1.xml" Id="Rbe9bcf3f4c4340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835022970d4e5a" /><Relationship Type="http://schemas.openxmlformats.org/officeDocument/2006/relationships/notesMaster" Target="/ppt/notesMasters/notesMaster1.xml" Id="R3755e03139b14c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dfd844e70f4b19" /><Relationship Type="http://schemas.openxmlformats.org/officeDocument/2006/relationships/notesMaster" Target="/ppt/notesMasters/notesMaster1.xml" Id="R2e37365b109f41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ffe135cc634c9a" /><Relationship Type="http://schemas.openxmlformats.org/officeDocument/2006/relationships/notesMaster" Target="/ppt/notesMasters/notesMaster1.xml" Id="R8bed7992c5fb4d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524d05025a42f2" /><Relationship Type="http://schemas.openxmlformats.org/officeDocument/2006/relationships/notesMaster" Target="/ppt/notesMasters/notesMaster1.xml" Id="Rc2869be4aad947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dad3a557544838" /><Relationship Type="http://schemas.openxmlformats.org/officeDocument/2006/relationships/notesMaster" Target="/ppt/notesMasters/notesMaster1.xml" Id="R2d2a5dbcc73949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55f315cfa1f4655" /><Relationship Type="http://schemas.openxmlformats.org/officeDocument/2006/relationships/notesMaster" Target="/ppt/notesMasters/notesMaster1.xml" Id="Raf0171b871a8477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2a49e6340f5483d" /><Relationship Type="http://schemas.openxmlformats.org/officeDocument/2006/relationships/notesMaster" Target="/ppt/notesMasters/notesMaster1.xml" Id="R8cce6e089c2a42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d62bc2c48b4b09" /><Relationship Type="http://schemas.openxmlformats.org/officeDocument/2006/relationships/notesMaster" Target="/ppt/notesMasters/notesMaster1.xml" Id="R84af708f35c549a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9d3c27cb5f4b8c" /><Relationship Type="http://schemas.openxmlformats.org/officeDocument/2006/relationships/notesMaster" Target="/ppt/notesMasters/notesMaster1.xml" Id="R0783f03311a4480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dc0dcb048b4a29" /><Relationship Type="http://schemas.openxmlformats.org/officeDocument/2006/relationships/notesMaster" Target="/ppt/notesMasters/notesMaster1.xml" Id="R08db2b043cbc474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2098322eca7464c" /><Relationship Type="http://schemas.openxmlformats.org/officeDocument/2006/relationships/notesMaster" Target="/ppt/notesMasters/notesMaster1.xml" Id="Rf4cc0f80a59e434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07c15909714028" /><Relationship Type="http://schemas.openxmlformats.org/officeDocument/2006/relationships/notesMaster" Target="/ppt/notesMasters/notesMaster1.xml" Id="R99255efb4ebf415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702ee582dfe4b36" /><Relationship Type="http://schemas.openxmlformats.org/officeDocument/2006/relationships/notesMaster" Target="/ppt/notesMasters/notesMaster1.xml" Id="R4145808f2913496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63063969a724358" /><Relationship Type="http://schemas.openxmlformats.org/officeDocument/2006/relationships/notesMaster" Target="/ppt/notesMasters/notesMaster1.xml" Id="Rbb546bbd1c1540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b2645869140489b" /><Relationship Type="http://schemas.openxmlformats.org/officeDocument/2006/relationships/notesMaster" Target="/ppt/notesMasters/notesMaster1.xml" Id="R187a9f10e74349d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2260a55ec144cc2" /><Relationship Type="http://schemas.openxmlformats.org/officeDocument/2006/relationships/notesMaster" Target="/ppt/notesMasters/notesMaster1.xml" Id="Rbf5b456cc2854e4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0a27fa6ec1c43e4" /><Relationship Type="http://schemas.openxmlformats.org/officeDocument/2006/relationships/notesMaster" Target="/ppt/notesMasters/notesMaster1.xml" Id="R4d3121c5c877438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1c37124baf24e72" /><Relationship Type="http://schemas.openxmlformats.org/officeDocument/2006/relationships/notesMaster" Target="/ppt/notesMasters/notesMaster1.xml" Id="Re82df4f611d8426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3e480167af24cf8" /><Relationship Type="http://schemas.openxmlformats.org/officeDocument/2006/relationships/notesMaster" Target="/ppt/notesMasters/notesMaster1.xml" Id="R071797c2afec4a6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6e45f3976e2466e" /><Relationship Type="http://schemas.openxmlformats.org/officeDocument/2006/relationships/notesMaster" Target="/ppt/notesMasters/notesMaster1.xml" Id="R83294a04f20f46c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6d6216196e5413c" /><Relationship Type="http://schemas.openxmlformats.org/officeDocument/2006/relationships/notesMaster" Target="/ppt/notesMasters/notesMaster1.xml" Id="R5a771fd6de854c1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22b92ffecbe43df" /><Relationship Type="http://schemas.openxmlformats.org/officeDocument/2006/relationships/notesMaster" Target="/ppt/notesMasters/notesMaster1.xml" Id="Ra81392dd07cb46f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a77ca58c31b4168" /><Relationship Type="http://schemas.openxmlformats.org/officeDocument/2006/relationships/notesMaster" Target="/ppt/notesMasters/notesMaster1.xml" Id="R35ecb89855764a5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95504cbf3e14090" /><Relationship Type="http://schemas.openxmlformats.org/officeDocument/2006/relationships/notesMaster" Target="/ppt/notesMasters/notesMaster1.xml" Id="Rc09841a751f24a6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8778e091e8c4d48" /><Relationship Type="http://schemas.openxmlformats.org/officeDocument/2006/relationships/notesMaster" Target="/ppt/notesMasters/notesMaster1.xml" Id="R3c26d3314b9947f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1bc499e7c144067" /><Relationship Type="http://schemas.openxmlformats.org/officeDocument/2006/relationships/notesMaster" Target="/ppt/notesMasters/notesMaster1.xml" Id="R60140509d9e8465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4b0bccb30d1450d" /><Relationship Type="http://schemas.openxmlformats.org/officeDocument/2006/relationships/notesMaster" Target="/ppt/notesMasters/notesMaster1.xml" Id="Rd02558c26aa74a0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c0dc3a5778b43df" /><Relationship Type="http://schemas.openxmlformats.org/officeDocument/2006/relationships/notesMaster" Target="/ppt/notesMasters/notesMaster1.xml" Id="R41aa74bbbc2d4e0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e4afe298d754489" /><Relationship Type="http://schemas.openxmlformats.org/officeDocument/2006/relationships/notesMaster" Target="/ppt/notesMasters/notesMaster1.xml" Id="R1bcbe3655b3443d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0f6f9f8c0974d29" /><Relationship Type="http://schemas.openxmlformats.org/officeDocument/2006/relationships/notesMaster" Target="/ppt/notesMasters/notesMaster1.xml" Id="R1a699a0ad29d46d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9e12ebee5aa4e11" /><Relationship Type="http://schemas.openxmlformats.org/officeDocument/2006/relationships/notesMaster" Target="/ppt/notesMasters/notesMaster1.xml" Id="Ra8f0ee8aee854ef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8ea0f011c7946ef" /><Relationship Type="http://schemas.openxmlformats.org/officeDocument/2006/relationships/notesMaster" Target="/ppt/notesMasters/notesMaster1.xml" Id="Raddffcf380894b6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10f0daef77741b2" /><Relationship Type="http://schemas.openxmlformats.org/officeDocument/2006/relationships/notesMaster" Target="/ppt/notesMasters/notesMaster1.xml" Id="Rb9a00b828c434af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0650467f1f04d24" /><Relationship Type="http://schemas.openxmlformats.org/officeDocument/2006/relationships/notesMaster" Target="/ppt/notesMasters/notesMaster1.xml" Id="Rac1921ecc1c841b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9f04d682f99458c" /><Relationship Type="http://schemas.openxmlformats.org/officeDocument/2006/relationships/notesMaster" Target="/ppt/notesMasters/notesMaster1.xml" Id="Rafe877218e77422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9667d1923094112" /><Relationship Type="http://schemas.openxmlformats.org/officeDocument/2006/relationships/notesMaster" Target="/ppt/notesMasters/notesMaster1.xml" Id="R70db10657b7446f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80ffd64f6784aae" /><Relationship Type="http://schemas.openxmlformats.org/officeDocument/2006/relationships/notesMaster" Target="/ppt/notesMasters/notesMaster1.xml" Id="R8218e92e582e49d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3baf98ac79b4701" /><Relationship Type="http://schemas.openxmlformats.org/officeDocument/2006/relationships/notesMaster" Target="/ppt/notesMasters/notesMaster1.xml" Id="Rb22ac93be6b64f9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a9f41d222a24b14" /><Relationship Type="http://schemas.openxmlformats.org/officeDocument/2006/relationships/notesMaster" Target="/ppt/notesMasters/notesMaster1.xml" Id="R62c4f03ef5e84e0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70f0212069b41c3" /><Relationship Type="http://schemas.openxmlformats.org/officeDocument/2006/relationships/notesMaster" Target="/ppt/notesMasters/notesMaster1.xml" Id="Rcec514d0a764415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7d9ed9d51bb4926" /><Relationship Type="http://schemas.openxmlformats.org/officeDocument/2006/relationships/notesMaster" Target="/ppt/notesMasters/notesMaster1.xml" Id="Rc8d711e1d4d94b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una pausa.</a:t>
            </a:r>
          </a:p>
          <a:p xmlns:a="http://schemas.openxmlformats.org/drawingml/2006/main">
            <a:r>
              <a:t>Portal Vial nace para conectar dos necesidades que hasta ese momento estaban separadas.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al joven como protagonista del primer problema.</a:t>
            </a:r>
          </a:p>
          <a:p xmlns:a="http://schemas.openxmlformats.org/drawingml/2006/main">
            <a:r>
              <a:t>Quiere prepararse para obtener la libreta de conducir.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primera pregunta parece sencilla, pero la respuesta está distribuida entre distintos canales.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duda no termina en el contenido teórico. También necesita requisitos, fechas y respuestas confiables.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afirmar que la información no existe.</a:t>
            </a:r>
          </a:p>
          <a:p xmlns:a="http://schemas.openxmlformats.org/drawingml/2006/main">
            <a:r>
              <a:t>El problema real es la dispersión y la dificultad de ubicar la versión vigente.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la perspectiva ciudadana con una frase breve.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Cambiar de perspectiva.</a:t>
            </a:r>
          </a:p>
          <a:p xmlns:a="http://schemas.openxmlformats.org/drawingml/2006/main">
            <a:r>
              <a:t>La Dirección tiene conocimiento y materiales, pero necesita un canal para acercarlos a los jóvenes.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las dos perspectivas en la misma pantalla.</a:t>
            </a:r>
          </a:p>
          <a:p xmlns:a="http://schemas.openxmlformats.org/drawingml/2006/main">
            <a:r>
              <a:t>Una necesita encontrar. La otra necesita llegar.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Nombrar el problema compartido.</a:t>
            </a:r>
          </a:p>
          <a:p xmlns:a="http://schemas.openxmlformats.org/drawingml/2006/main">
            <a:r>
              <a:t>Ambas necesidades se encuentran en una brecha de acceso y comunicación.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solución con una sola frase.</a:t>
            </a:r>
          </a:p>
          <a:p xmlns:a="http://schemas.openxmlformats.org/drawingml/2006/main">
            <a:r>
              <a:t>Portal Vial conecta ciudadanía y Dirección de Tránsito.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Plantear la primera situación de uso: necesito prepararme para el teórico.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los materiales como respuesta directa a la necesidad de estudiar.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Segunda situación: necesito conocer novedades y contenido vigente.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noticias públicas y vigencia.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Tercera situación: tengo una duda frecuente sobre un trámite.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preguntas frecuentes organizadas por categoría.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solución no termina en el contenido ya publicado.</a:t>
            </a:r>
          </a:p>
          <a:p xmlns:a="http://schemas.openxmlformats.org/drawingml/2006/main">
            <a:r>
              <a:t>Si la duda no está respondida, la persona puede enviarla.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formulario público de consultas.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Introducir el simulador teórico como práctica, no como certificación.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preguntas de múltiple opción y corrección.</a:t>
            </a:r>
          </a:p>
          <a:p xmlns:a="http://schemas.openxmlformats.org/drawingml/2006/main">
            <a:r>
              <a:t>Aclarar que el simulador sirve para practicar.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Introducir la agenda como una acción concreta que necesita cupos reales.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fechas, horarios y cupos disponibles.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Cambiar al segundo producto: el panel interno.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el personal puede mantener noticias y contenido.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panel reúne agenda, consultas y contenidos.</a:t>
            </a:r>
          </a:p>
          <a:p xmlns:a="http://schemas.openxmlformats.org/drawingml/2006/main">
            <a:r>
              <a:t>Todavía no explicar el flujo de aprobación. Su origen aparece después de la primera demo.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el acto de la solución.</a:t>
            </a:r>
          </a:p>
          <a:p xmlns:a="http://schemas.openxmlformats.org/drawingml/2006/main">
            <a:r>
              <a:t>Portal y panel responden a recorridos distintos, pero comparten el mismo sistema.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Transición hacia gestión de proyectos.</a:t>
            </a:r>
          </a:p>
          <a:p xmlns:a="http://schemas.openxmlformats.org/drawingml/2006/main">
            <a:r>
              <a:t>Todo lo mostrado surgió mediante un proceso registrado.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proceso como una historia.</a:t>
            </a:r>
          </a:p>
          <a:p xmlns:a="http://schemas.openxmlformats.org/drawingml/2006/main">
            <a:r>
              <a:t>Cada etapa produjo la entrada de la siguiente.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entrevista permitió aclarar alcance, actores y prioridades.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C:\Users\ASUS\Desktop\Proyecto1\Proyecto-IMSJ\docs\ingenieria_software\informe entrevista.md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Después de la entrevista se revisaron y ordenaron los requisitos.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requisitos se transformaron en historias de usuario y backlog.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equipo construyó una primera versión mediante cuatro sprints.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primera demo abrió una instancia real de validación con el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C:\Users\ASUS\Desktop\Proyecto1\Proyecto-IMSJ\docs\ingenieria_software\actas_sprint_review.md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demo produjo tres ampliaciones concretas.</a:t>
            </a:r>
          </a:p>
          <a:p xmlns:a="http://schemas.openxmlformats.org/drawingml/2006/main">
            <a:r>
              <a:t>Los cambios se registraron antes de implementarse.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Aquí aparece por primera vez la aprobación editorial.</a:t>
            </a:r>
          </a:p>
          <a:p xmlns:a="http://schemas.openxmlformats.org/drawingml/2006/main">
            <a:r>
              <a:t>La Directora aprueba y el personal publica.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equipo implementó las ampliaciones solicitadas.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segunda demo cerró el ciclo de cambio con una nueva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C:\Users\ASUS\Desktop\Proyecto1\Proyecto-IMSJ\docs\ingenieria_software\actas_sprint_review.md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elemento puede rastrearse desde la necesidad hasta una comprobación concreta.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la sección técnica conectándola con el alcance.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petición atraviesa responsabilidades separadas.</a:t>
            </a:r>
          </a:p>
          <a:p xmlns:a="http://schemas.openxmlformats.org/drawingml/2006/main">
            <a:r>
              <a:t>Navegador, router, controlador, servicio, repositorio y base de datos.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navegador presenta las dos experiencias y consume la API mediante Fetch.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PHP nativo hizo explícitas las rutas, permisos y reglas.</a:t>
            </a:r>
          </a:p>
          <a:p xmlns:a="http://schemas.openxmlformats.org/drawingml/2006/main">
            <a:r>
              <a:t>Sustituyó Laravel para facilitar comprensión y defensa, no porque Laravel fuera incorrecto.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PDO usa parámetros y MySQL mantiene relaciones, restricciones y transacciones.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 Compose separa aplicación y base de datos.</a:t>
            </a:r>
          </a:p>
          <a:p xmlns:a="http://schemas.openxmlformats.org/drawingml/2006/main">
            <a:r>
              <a:t>Los volúmenes conservan adjuntos, caché y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C:\Users\ASUS\Desktop\Proyecto1\Proyecto-IMSJ\docs\administracion_ssoo\justificacion-tecnologica.md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recorrido concreto de una reserva.</a:t>
            </a:r>
          </a:p>
          <a:p xmlns:a="http://schemas.openxmlformats.org/drawingml/2006/main">
            <a:r>
              <a:t>El servicio valida reglas y el repositorio persiste dentro de una transacción.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C:\Users\ASUS\Desktop\Proyecto1\Proyecto-IMSJ\docs\programacion_full_stack\guia_codigo_y_defensa.md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Dos solicitudes compiten por el último cupo.</a:t>
            </a:r>
          </a:p>
          <a:p xmlns:a="http://schemas.openxmlformats.org/drawingml/2006/main">
            <a:r>
              <a:t>La transacción y el bloqueo permiten una sola reserva. La otra recibe una respuesta controlada.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cambio CC-03 se convirtió en un flujo de estados.</a:t>
            </a:r>
          </a:p>
          <a:p xmlns:a="http://schemas.openxmlformats.org/drawingml/2006/main">
            <a:r>
              <a:t>Si alguien edita el contenido, vuelve a borrador y necesita una aprobación nueva.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Combinar controles dentro del sistema con pruebas desde fuera.</a:t>
            </a:r>
          </a:p>
          <a:p xmlns:a="http://schemas.openxmlformats.org/drawingml/2006/main">
            <a:r>
              <a:t>Ninguna herramienta garantiza seguridad por sí sola. Los hallazgos se corrigen y vuelven a 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C:\Users\ASUS\Desktop\Proyecto1\Proyecto-IMSJ\docs\electiva_ciberseguridad\checklist_ciberseguridad_entrega_final.md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son comprobaciones de integración, no cobertura de líneas.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C:\Users\ASUS\Desktop\Proyecto1\Proyecto-IMSJ\docs\ingenieria_software\plan_informe_pruebas.md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rutas cubren los módulos públicos y administrativos.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auditoría de seguridad de la API verificó 43 escenarios.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prueba concurrente produjo una creación y un rechazo controlado.</a:t>
            </a:r>
          </a:p>
          <a:p xmlns:a="http://schemas.openxmlformats.org/drawingml/2006/main">
            <a:r>
              <a:t>No afirmar que la carga de 90 sesiones ya fue validada.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retomando a los dos actores del inicio.</a:t>
            </a:r>
          </a:p>
          <a:p xmlns:a="http://schemas.openxmlformats.org/drawingml/2006/main">
            <a:r>
              <a:t>La ciudadanía encuentra. La Dirección llega y gestiona.</a:t>
            </a:r>
          </a:p>
          <a:p xmlns:a="http://schemas.openxmlformats.org/drawingml/2006/main">
            <a:r>
              <a:t>Dejar esta pantalla durante las preguntas.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b2d4633cd4d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5b1fefd4c49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4ec389a9b47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65ad16bbf42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036b1b0d941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82c77c8e5b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41B127-B571-446E-8282-92B977E77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6839BE-68DD-4AA8-A7FB-09CDC447CA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1D18D4-D0CD-4FB8-931B-281FE2B79B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755FD5-4C8B-48A9-BD25-9810A73216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B539EB-1F72-4451-A67B-432308BD7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BC88B2-4F10-424B-A6BE-C49BA766C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D39039-0776-4466-ABE1-1C2B69654B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FA677E-E51B-4CAD-BFB2-93EC54E630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AE6FC4-75FD-4B3E-9E9F-8BF729791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342EE7-A2D3-431D-9175-468A795DBF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33ab7d75bb4ae0" /><Relationship Type="http://schemas.openxmlformats.org/officeDocument/2006/relationships/slideLayout" Target="/ppt/slideLayouts/slideLayout1.xml" Id="R4d2a94c402bb4701" /><Relationship Type="http://schemas.openxmlformats.org/officeDocument/2006/relationships/slideLayout" Target="/ppt/slideLayouts/slideLayout2.xml" Id="R4d92941fdd8c4a5f" /><Relationship Type="http://schemas.openxmlformats.org/officeDocument/2006/relationships/slideLayout" Target="/ppt/slideLayouts/slideLayout3.xml" Id="R1bf2447202434534" /><Relationship Type="http://schemas.openxmlformats.org/officeDocument/2006/relationships/slideLayout" Target="/ppt/slideLayouts/slideLayout4.xml" Id="R5585dd2df5d448c0" /><Relationship Type="http://schemas.openxmlformats.org/officeDocument/2006/relationships/slideLayout" Target="/ppt/slideLayouts/slideLayout5.xml" Id="R73ca0a929a8a4d35" /><Relationship Type="http://schemas.openxmlformats.org/officeDocument/2006/relationships/slideLayout" Target="/ppt/slideLayouts/slideLayout6.xml" Id="R5595638a22d042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2a94c402bb4701"/>
    <p:sldLayoutId xmlns:r="http://schemas.openxmlformats.org/officeDocument/2006/relationships" id="2147483650" r:id="R4d92941fdd8c4a5f"/>
    <p:sldLayoutId xmlns:r="http://schemas.openxmlformats.org/officeDocument/2006/relationships" id="2147483651" r:id="R1bf2447202434534"/>
    <p:sldLayoutId xmlns:r="http://schemas.openxmlformats.org/officeDocument/2006/relationships" id="2147483652" r:id="R5585dd2df5d448c0"/>
    <p:sldLayoutId xmlns:r="http://schemas.openxmlformats.org/officeDocument/2006/relationships" id="2147483653" r:id="R73ca0a929a8a4d35"/>
    <p:sldLayoutId xmlns:r="http://schemas.openxmlformats.org/officeDocument/2006/relationships" id="2147483654" r:id="R5595638a22d042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87635e8ed8466d" /><Relationship Type="http://schemas.openxmlformats.org/officeDocument/2006/relationships/image" Target="/ppt/media/image.png" Id="Rfe7359aa92f24bbb" /><Relationship Type="http://schemas.openxmlformats.org/officeDocument/2006/relationships/image" Target="/ppt/media/image2.png" Id="R0c4e7be5349847e2" /><Relationship Type="http://schemas.openxmlformats.org/officeDocument/2006/relationships/image" Target="/ppt/media/image3.png" Id="Rd7025923dfdc487c" /><Relationship Type="http://schemas.openxmlformats.org/officeDocument/2006/relationships/notesSlide" Target="/ppt/notesSlides/notesSlide1.xml" Id="R17a2bfc05aa440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3c4fc3a39440ea" /><Relationship Type="http://schemas.openxmlformats.org/officeDocument/2006/relationships/image" Target="/ppt/media/image4.png" Id="R87ed2a5692e14f0b" /><Relationship Type="http://schemas.openxmlformats.org/officeDocument/2006/relationships/notesSlide" Target="/ppt/notesSlides/notesSlide2.xml" Id="R8d83f3870fbc40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ecbc6b92f64b7b" /><Relationship Type="http://schemas.openxmlformats.org/officeDocument/2006/relationships/image" Target="/ppt/media/image5.png" Id="Ra681f78c39054cca" /><Relationship Type="http://schemas.openxmlformats.org/officeDocument/2006/relationships/notesSlide" Target="/ppt/notesSlides/notesSlide3.xml" Id="R896748e9ba5945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caa68cc244b61" /><Relationship Type="http://schemas.openxmlformats.org/officeDocument/2006/relationships/image" Target="/ppt/media/image6.png" Id="R8c37378325834b84" /><Relationship Type="http://schemas.openxmlformats.org/officeDocument/2006/relationships/notesSlide" Target="/ppt/notesSlides/notesSlide4.xml" Id="R589dbafb8c8643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e5347a58fb46e0" /><Relationship Type="http://schemas.openxmlformats.org/officeDocument/2006/relationships/notesSlide" Target="/ppt/notesSlides/notesSlide5.xml" Id="R570f4b76197349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6665ce1004cd3" /><Relationship Type="http://schemas.openxmlformats.org/officeDocument/2006/relationships/notesSlide" Target="/ppt/notesSlides/notesSlide6.xml" Id="R3cf078a99dea4b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aecfc563924f20" /><Relationship Type="http://schemas.openxmlformats.org/officeDocument/2006/relationships/image" Target="/ppt/media/image7.png" Id="R50e6820b28bf4ae3" /><Relationship Type="http://schemas.openxmlformats.org/officeDocument/2006/relationships/notesSlide" Target="/ppt/notesSlides/notesSlide7.xml" Id="Re1093f45b5cc4f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32e8d71e043f1" /><Relationship Type="http://schemas.openxmlformats.org/officeDocument/2006/relationships/image" Target="/ppt/media/image8.png" Id="R8ff3c6392e414952" /><Relationship Type="http://schemas.openxmlformats.org/officeDocument/2006/relationships/image" Target="/ppt/media/image9.png" Id="R229d1da8c2a343ba" /><Relationship Type="http://schemas.openxmlformats.org/officeDocument/2006/relationships/notesSlide" Target="/ppt/notesSlides/notesSlide8.xml" Id="Rc87364c10f654d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136f26ebf4747" /><Relationship Type="http://schemas.openxmlformats.org/officeDocument/2006/relationships/notesSlide" Target="/ppt/notesSlides/notesSlide9.xml" Id="R8ab23b0c6ed24c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edaf3cd494e61" /><Relationship Type="http://schemas.openxmlformats.org/officeDocument/2006/relationships/image" Target="/ppt/media/image10.png" Id="R886f59c7aa7b4a0d" /><Relationship Type="http://schemas.openxmlformats.org/officeDocument/2006/relationships/notesSlide" Target="/ppt/notesSlides/notesSlide10.xml" Id="R873ed1d2642141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1e61c020ea4150" /><Relationship Type="http://schemas.openxmlformats.org/officeDocument/2006/relationships/notesSlide" Target="/ppt/notesSlides/notesSlide11.xml" Id="R4a189bcb65bc42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840128a8a640dd" /><Relationship Type="http://schemas.openxmlformats.org/officeDocument/2006/relationships/image" Target="/ppt/media/image11.png" Id="Rda967c7394b944f6" /><Relationship Type="http://schemas.openxmlformats.org/officeDocument/2006/relationships/notesSlide" Target="/ppt/notesSlides/notesSlide12.xml" Id="Ra4d3d677d54c46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354b9894244e2" /><Relationship Type="http://schemas.openxmlformats.org/officeDocument/2006/relationships/notesSlide" Target="/ppt/notesSlides/notesSlide13.xml" Id="R51d4eae581c144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8266ccb9c4738" /><Relationship Type="http://schemas.openxmlformats.org/officeDocument/2006/relationships/image" Target="/ppt/media/image12.png" Id="Re2da9aba97504dfe" /><Relationship Type="http://schemas.openxmlformats.org/officeDocument/2006/relationships/notesSlide" Target="/ppt/notesSlides/notesSlide14.xml" Id="Rae2eb263214f45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8249d2373c47af" /><Relationship Type="http://schemas.openxmlformats.org/officeDocument/2006/relationships/notesSlide" Target="/ppt/notesSlides/notesSlide15.xml" Id="Rdab2e966af614c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da6d961e448fd" /><Relationship Type="http://schemas.openxmlformats.org/officeDocument/2006/relationships/image" Target="/ppt/media/image13.png" Id="R2f8aeec6b8d34fe8" /><Relationship Type="http://schemas.openxmlformats.org/officeDocument/2006/relationships/notesSlide" Target="/ppt/notesSlides/notesSlide16.xml" Id="R05d934ff843f42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c9861e55024300" /><Relationship Type="http://schemas.openxmlformats.org/officeDocument/2006/relationships/notesSlide" Target="/ppt/notesSlides/notesSlide17.xml" Id="R79837c86f3544f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e35726814a4134" /><Relationship Type="http://schemas.openxmlformats.org/officeDocument/2006/relationships/image" Target="/ppt/media/image14.png" Id="R07df655b406b4a55" /><Relationship Type="http://schemas.openxmlformats.org/officeDocument/2006/relationships/notesSlide" Target="/ppt/notesSlides/notesSlide18.xml" Id="R30296c29d61d43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ea5e33c9f4c85" /><Relationship Type="http://schemas.openxmlformats.org/officeDocument/2006/relationships/notesSlide" Target="/ppt/notesSlides/notesSlide19.xml" Id="R04572a50b00a40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ed4009cd1486d" /><Relationship Type="http://schemas.openxmlformats.org/officeDocument/2006/relationships/image" Target="/ppt/media/image15.png" Id="R03f13ec9e65b47b4" /><Relationship Type="http://schemas.openxmlformats.org/officeDocument/2006/relationships/notesSlide" Target="/ppt/notesSlides/notesSlide20.xml" Id="Ra264c2150eb645f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7a695fe2ed426e" /><Relationship Type="http://schemas.openxmlformats.org/officeDocument/2006/relationships/notesSlide" Target="/ppt/notesSlides/notesSlide21.xml" Id="R4a2a0194ad8c41c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03fbfff83443e" /><Relationship Type="http://schemas.openxmlformats.org/officeDocument/2006/relationships/image" Target="/ppt/media/image16.png" Id="Rdab39caa03dd4cb3" /><Relationship Type="http://schemas.openxmlformats.org/officeDocument/2006/relationships/notesSlide" Target="/ppt/notesSlides/notesSlide22.xml" Id="R43612483ba3f422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660d5df29f4ef6" /><Relationship Type="http://schemas.openxmlformats.org/officeDocument/2006/relationships/notesSlide" Target="/ppt/notesSlides/notesSlide23.xml" Id="Re86e3ab82a704f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41bb2a43634b6f" /><Relationship Type="http://schemas.openxmlformats.org/officeDocument/2006/relationships/image" Target="/ppt/media/image17.png" Id="Rd51ff116beba4efa" /><Relationship Type="http://schemas.openxmlformats.org/officeDocument/2006/relationships/notesSlide" Target="/ppt/notesSlides/notesSlide24.xml" Id="Rcdd119dd59664ad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5eef5ca8240fb" /><Relationship Type="http://schemas.openxmlformats.org/officeDocument/2006/relationships/image" Target="/ppt/media/image18.png" Id="R79fc6c1d58844b95" /><Relationship Type="http://schemas.openxmlformats.org/officeDocument/2006/relationships/image" Target="/ppt/media/image19.png" Id="R8c32c289e6d34f69" /><Relationship Type="http://schemas.openxmlformats.org/officeDocument/2006/relationships/notesSlide" Target="/ppt/notesSlides/notesSlide25.xml" Id="R7cfaaf296f7b42f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cd9f31e9e4f8c" /><Relationship Type="http://schemas.openxmlformats.org/officeDocument/2006/relationships/image" Target="/ppt/media/image20.png" Id="Ra99ea952262c40ad" /><Relationship Type="http://schemas.openxmlformats.org/officeDocument/2006/relationships/notesSlide" Target="/ppt/notesSlides/notesSlide26.xml" Id="R5714162f9e674ad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57673e826455a" /><Relationship Type="http://schemas.openxmlformats.org/officeDocument/2006/relationships/notesSlide" Target="/ppt/notesSlides/notesSlide27.xml" Id="Rc7cd34b6ccf542b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26cdbf8def4843" /><Relationship Type="http://schemas.openxmlformats.org/officeDocument/2006/relationships/image" Target="/ppt/media/image21.png" Id="R966033a81b9b4431" /><Relationship Type="http://schemas.openxmlformats.org/officeDocument/2006/relationships/notesSlide" Target="/ppt/notesSlides/notesSlide28.xml" Id="R4d065dcd30da40c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41eb4609f43f5" /><Relationship Type="http://schemas.openxmlformats.org/officeDocument/2006/relationships/notesSlide" Target="/ppt/notesSlides/notesSlide29.xml" Id="R90b639e5e2af437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ee44bfaf6419d" /><Relationship Type="http://schemas.openxmlformats.org/officeDocument/2006/relationships/notesSlide" Target="/ppt/notesSlides/notesSlide30.xml" Id="Re03f78ba447d44f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9557774b9418d" /><Relationship Type="http://schemas.openxmlformats.org/officeDocument/2006/relationships/notesSlide" Target="/ppt/notesSlides/notesSlide31.xml" Id="R44d5662ea6d44f7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a94e6745d34daf" /><Relationship Type="http://schemas.openxmlformats.org/officeDocument/2006/relationships/notesSlide" Target="/ppt/notesSlides/notesSlide32.xml" Id="Rb4ac4659dd254b9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fffb402924e24" /><Relationship Type="http://schemas.openxmlformats.org/officeDocument/2006/relationships/notesSlide" Target="/ppt/notesSlides/notesSlide33.xml" Id="R05d2b416d040413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b4701e85f404f" /><Relationship Type="http://schemas.openxmlformats.org/officeDocument/2006/relationships/notesSlide" Target="/ppt/notesSlides/notesSlide34.xml" Id="R2fb3c2287f3842c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06fbfc0d34531" /><Relationship Type="http://schemas.openxmlformats.org/officeDocument/2006/relationships/notesSlide" Target="/ppt/notesSlides/notesSlide35.xml" Id="Re8f3c5b4b0024a9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22aa284c8479b" /><Relationship Type="http://schemas.openxmlformats.org/officeDocument/2006/relationships/notesSlide" Target="/ppt/notesSlides/notesSlide36.xml" Id="Rf30b4c2694f0484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8ae1098c34d5a" /><Relationship Type="http://schemas.openxmlformats.org/officeDocument/2006/relationships/notesSlide" Target="/ppt/notesSlides/notesSlide37.xml" Id="Rad6c8e97319640a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c12a7558f4b2a" /><Relationship Type="http://schemas.openxmlformats.org/officeDocument/2006/relationships/notesSlide" Target="/ppt/notesSlides/notesSlide38.xml" Id="R7bb153b3a656418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fe5f7796d7487f" /><Relationship Type="http://schemas.openxmlformats.org/officeDocument/2006/relationships/notesSlide" Target="/ppt/notesSlides/notesSlide39.xml" Id="R1667fb5b666340f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4be705d99e4efa" /><Relationship Type="http://schemas.openxmlformats.org/officeDocument/2006/relationships/image" Target="/ppt/media/image22.png" Id="Rc3f13dd3ee48498a" /><Relationship Type="http://schemas.openxmlformats.org/officeDocument/2006/relationships/notesSlide" Target="/ppt/notesSlides/notesSlide40.xml" Id="Rf969c1094fca4de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1fd91f4a84f59" /><Relationship Type="http://schemas.openxmlformats.org/officeDocument/2006/relationships/notesSlide" Target="/ppt/notesSlides/notesSlide41.xml" Id="Racd1918c8ea04b6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52039b7ab45b4" /><Relationship Type="http://schemas.openxmlformats.org/officeDocument/2006/relationships/notesSlide" Target="/ppt/notesSlides/notesSlide42.xml" Id="Rc0164fbca1e0402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8a7495c7b4794" /><Relationship Type="http://schemas.openxmlformats.org/officeDocument/2006/relationships/notesSlide" Target="/ppt/notesSlides/notesSlide43.xml" Id="R70448d26dd644af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273f9b103462b" /><Relationship Type="http://schemas.openxmlformats.org/officeDocument/2006/relationships/image" Target="/ppt/media/image23.png" Id="R2ad446a6898f4349" /><Relationship Type="http://schemas.openxmlformats.org/officeDocument/2006/relationships/notesSlide" Target="/ppt/notesSlides/notesSlide44.xml" Id="R9a8cd28511304dd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7017bfb6443f8" /><Relationship Type="http://schemas.openxmlformats.org/officeDocument/2006/relationships/notesSlide" Target="/ppt/notesSlides/notesSlide45.xml" Id="R4c0e5794f0c64f8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8933ffb30c42af" /><Relationship Type="http://schemas.openxmlformats.org/officeDocument/2006/relationships/image" Target="/ppt/media/image24.png" Id="R71cdc7b63d56465d" /><Relationship Type="http://schemas.openxmlformats.org/officeDocument/2006/relationships/notesSlide" Target="/ppt/notesSlides/notesSlide46.xml" Id="Rc93fe8643e294d4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45d5a82294aa4" /><Relationship Type="http://schemas.openxmlformats.org/officeDocument/2006/relationships/notesSlide" Target="/ppt/notesSlides/notesSlide47.xml" Id="Rbf7caa3cfe2c464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57f6748fa4aeb" /><Relationship Type="http://schemas.openxmlformats.org/officeDocument/2006/relationships/image" Target="/ppt/media/image25.png" Id="R48c30d9a8ad64fa2" /><Relationship Type="http://schemas.openxmlformats.org/officeDocument/2006/relationships/notesSlide" Target="/ppt/notesSlides/notesSlide48.xml" Id="Rf780bdb22c43409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f0e6662d0439f" /><Relationship Type="http://schemas.openxmlformats.org/officeDocument/2006/relationships/notesSlide" Target="/ppt/notesSlides/notesSlide49.xml" Id="Rb23871c61409422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3357c37d14616" /><Relationship Type="http://schemas.openxmlformats.org/officeDocument/2006/relationships/notesSlide" Target="/ppt/notesSlides/notesSlide50.xml" Id="R9ce93301027b496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b3f938abc4493" /><Relationship Type="http://schemas.openxmlformats.org/officeDocument/2006/relationships/notesSlide" Target="/ppt/notesSlides/notesSlide51.xml" Id="Rbeddbf430c19462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f445eff77248b1" /><Relationship Type="http://schemas.openxmlformats.org/officeDocument/2006/relationships/notesSlide" Target="/ppt/notesSlides/notesSlide52.xml" Id="R2fb35ec849db476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33efd08fa443e" /><Relationship Type="http://schemas.openxmlformats.org/officeDocument/2006/relationships/image" Target="/ppt/media/image26.png" Id="R3e768e732b8644dc" /><Relationship Type="http://schemas.openxmlformats.org/officeDocument/2006/relationships/notesSlide" Target="/ppt/notesSlides/notesSlide53.xml" Id="Rd97a2251008743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4F060-B776-4111-B79C-795AF88F71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359aa92f24bb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C979B-5663-4124-92D9-865B9D0B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BF8A1-4CF0-46FC-A829-824F3550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Dos necesidades. Una conexión.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95843-22A9-465B-BF5F-743297944C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e7be5349847e2"/>
          <a:stretch xmlns:a="http://schemas.openxmlformats.org/drawingml/2006/main"/>
        </p:blipFill>
        <p:spPr>
          <a:xfrm xmlns:a="http://schemas.openxmlformats.org/drawingml/2006/main">
            <a:off x="9915525" y="400050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CBD71-3E24-43A1-9CCA-A215AD8CE6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25923dfdc487c"/>
          <a:stretch xmlns:a="http://schemas.openxmlformats.org/drawingml/2006/main"/>
        </p:blipFill>
        <p:spPr>
          <a:xfrm xmlns:a="http://schemas.openxmlformats.org/drawingml/2006/main">
            <a:off x="10763250" y="350853"/>
            <a:ext cx="552450" cy="49844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6E6DF-CA03-4750-9B5E-EBAE1CB1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A9B8DA"/>
                </a:solidFill>
                <a:latin typeface="Segoe UI"/>
                <a:ea typeface="Segoe UI"/>
                <a:cs typeface="Segoe UI"/>
              </a:rPr>
              <a:t>01 / 53</a:t>
            </a:r>
          </a:p>
        </p:txBody>
      </p:sp>
    </p:spTree>
    <p:extLst>
      <p:ext uri="{BB962C8B-B14F-4D97-AF65-F5344CB8AC3E}">
        <p14:creationId xmlns:p14="http://schemas.microsoft.com/office/powerpoint/2010/main" val="7096381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03BC5-474A-4583-91BD-B783CDA92C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d2a5692e14f0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48D4B-B98A-439C-9AFD-1DDAE9D0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Quiero sacar la libreta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7FCCE-EDB8-44D8-B9E6-DF052299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A9B8DA"/>
                </a:solidFill>
                <a:latin typeface="Segoe UI"/>
                <a:ea typeface="Segoe UI"/>
                <a:cs typeface="Segoe UI"/>
              </a:rPr>
              <a:t>02 / 53</a:t>
            </a:r>
          </a:p>
        </p:txBody>
      </p:sp>
    </p:spTree>
    <p:extLst>
      <p:ext uri="{BB962C8B-B14F-4D97-AF65-F5344CB8AC3E}">
        <p14:creationId xmlns:p14="http://schemas.microsoft.com/office/powerpoint/2010/main" val="17940875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4BA81-3A6D-455E-AB46-7D05724A1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1f78c39054cc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7A707-BCE6-4D67-9452-DA3AA28F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¿Dónde estudio?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C84D0-3ECB-4F32-BDCB-1B4E1C2D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A9B8DA"/>
                </a:solidFill>
                <a:latin typeface="Segoe UI"/>
                <a:ea typeface="Segoe UI"/>
                <a:cs typeface="Segoe UI"/>
              </a:rPr>
              <a:t>03 / 53</a:t>
            </a:r>
          </a:p>
        </p:txBody>
      </p:sp>
    </p:spTree>
    <p:extLst>
      <p:ext uri="{BB962C8B-B14F-4D97-AF65-F5344CB8AC3E}">
        <p14:creationId xmlns:p14="http://schemas.microsoft.com/office/powerpoint/2010/main" val="16886410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9D2F6-0688-484A-9B2D-E9E5E182C9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7378325834b8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FF137-01C1-425C-8948-308357C6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necesito?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051C1-6438-431B-AF4C-7B45BDB8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A9B8DA"/>
                </a:solidFill>
                <a:latin typeface="Segoe UI"/>
                <a:ea typeface="Segoe UI"/>
                <a:cs typeface="Segoe UI"/>
              </a:rPr>
              <a:t>04 / 53</a:t>
            </a:r>
          </a:p>
        </p:txBody>
      </p:sp>
    </p:spTree>
    <p:extLst>
      <p:ext uri="{BB962C8B-B14F-4D97-AF65-F5344CB8AC3E}">
        <p14:creationId xmlns:p14="http://schemas.microsoft.com/office/powerpoint/2010/main" val="14020090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04545-7911-4CCE-BA98-267C9C23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68439-C8A0-4BC0-8BFF-948CD7F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199B4-6752-419F-9D17-7D4C8994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La información existe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7BCC4-DFB0-4336-900B-D12F819D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Encontrarla y reconocer la versión correcta lleva tiempo.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79B48-B927-4B0F-BD2C-16B6C310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05 / 53</a:t>
            </a:r>
          </a:p>
        </p:txBody>
      </p:sp>
    </p:spTree>
    <p:extLst>
      <p:ext uri="{BB962C8B-B14F-4D97-AF65-F5344CB8AC3E}">
        <p14:creationId xmlns:p14="http://schemas.microsoft.com/office/powerpoint/2010/main" val="7424233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17A00-D000-44F1-885B-AC401E09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5004E-ADFE-426F-8CAD-02344D2B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803E0-A930-47AA-AA66-63383422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Pero está dispersa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286E8-9A85-4CFC-8751-19647436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06 / 53</a:t>
            </a:r>
          </a:p>
        </p:txBody>
      </p:sp>
    </p:spTree>
    <p:extLst>
      <p:ext uri="{BB962C8B-B14F-4D97-AF65-F5344CB8AC3E}">
        <p14:creationId xmlns:p14="http://schemas.microsoft.com/office/powerpoint/2010/main" val="12618200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AA16C-DF1E-4D3A-9452-927E82A15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6820b28bf4ae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B39F3-A272-4CCB-A9E6-36AFAD9F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382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62"/>
          </a:bodyPr>
          <a:lstStyle xmlns:a="http://schemas.openxmlformats.org/drawingml/2006/main">
            <a:defPPr algn="ctr">
              <a:defRPr sz="39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9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9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9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9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9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9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9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9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9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Necesitamos llegar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AB0BF-8EFC-4F66-BDDC-830AE0B1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07 / 53</a:t>
            </a:r>
          </a:p>
        </p:txBody>
      </p:sp>
    </p:spTree>
    <p:extLst>
      <p:ext uri="{BB962C8B-B14F-4D97-AF65-F5344CB8AC3E}">
        <p14:creationId xmlns:p14="http://schemas.microsoft.com/office/powerpoint/2010/main" val="14876560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A2410-AFB3-4992-8B9B-C5543C0776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3c6392e414952"/>
          <a:srcRect xmlns:a="http://schemas.openxmlformats.org/drawingml/2006/main" l="24987" t="0" r="249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C322E-BA8D-4AA9-B888-9A089E8FB3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d1da8c2a343ba"/>
          <a:srcRect xmlns:a="http://schemas.openxmlformats.org/drawingml/2006/main" l="24987" t="0" r="249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07CF6-BE37-40C1-8555-C73006CF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0884E-BA6C-4785-B66B-5E293652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Dos necesidades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0C8DD-7FAA-4A81-9A89-5FBF2EC1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ENCONTRAR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736E1-3414-4026-AD5F-FFF91491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531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LLEGAR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9619B-FB34-4B4A-9AE4-96571AFB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08 / 53</a:t>
            </a:r>
          </a:p>
        </p:txBody>
      </p:sp>
    </p:spTree>
    <p:extLst>
      <p:ext uri="{BB962C8B-B14F-4D97-AF65-F5344CB8AC3E}">
        <p14:creationId xmlns:p14="http://schemas.microsoft.com/office/powerpoint/2010/main" val="5307517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6B12F-1AAE-481F-BC29-DC699244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70F24-6DEF-4106-AA82-259B62AB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PUNTO DE ENCUENTRO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78764-F939-4DA7-8395-26637FE6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Una misma brecha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5BD58-639B-4FA7-89AD-51163977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Acceso y comunicación.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9E910-094F-4128-BAF5-3643B88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09 / 53</a:t>
            </a:r>
          </a:p>
        </p:txBody>
      </p:sp>
    </p:spTree>
    <p:extLst>
      <p:ext uri="{BB962C8B-B14F-4D97-AF65-F5344CB8AC3E}">
        <p14:creationId xmlns:p14="http://schemas.microsoft.com/office/powerpoint/2010/main" val="4667954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58FD9-1377-44B6-ACED-87E1CA09B8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f59c7aa7b4a0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5B0E7-EFFC-40C6-86A1-5BC91729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4590D-DA68-41A0-9FB5-FB2A8526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Un único punto de encuentro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2AFC1-44BD-4842-8983-CD0BE8B2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A9B8DA"/>
                </a:solidFill>
                <a:latin typeface="Segoe UI"/>
                <a:ea typeface="Segoe UI"/>
                <a:cs typeface="Segoe UI"/>
              </a:rPr>
              <a:t>10 / 53</a:t>
            </a:r>
          </a:p>
        </p:txBody>
      </p:sp>
    </p:spTree>
    <p:extLst>
      <p:ext uri="{BB962C8B-B14F-4D97-AF65-F5344CB8AC3E}">
        <p14:creationId xmlns:p14="http://schemas.microsoft.com/office/powerpoint/2010/main" val="14043959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3A7A0-2CA7-4BBC-BA32-42300F5C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D45F0-8637-4F6D-B6DC-05ADBCA1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PORTAL CIUDADANO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1DC97-A80E-4BD3-9640-788F9A6D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Estudiar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545FB-FB2D-4B28-A2E8-85363509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11 / 53</a:t>
            </a:r>
          </a:p>
        </p:txBody>
      </p:sp>
    </p:spTree>
    <p:extLst>
      <p:ext uri="{BB962C8B-B14F-4D97-AF65-F5344CB8AC3E}">
        <p14:creationId xmlns:p14="http://schemas.microsoft.com/office/powerpoint/2010/main" val="14954849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706AC-4083-4856-85F6-2B9B163AA1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67c7394b944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2D877-FE7F-4C4B-BD72-9B70EC07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95DB0-045D-4945-981E-074302FC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MATERIALES DE ESTUDIO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3EB83-3746-4529-A032-FAC25EDB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CONTENIDO CENTRALIZADO</a:t>
            </a:r>
          </a:p>
        </p:txBody>
      </p:sp>
    </p:spTree>
    <p:extLst>
      <p:ext uri="{BB962C8B-B14F-4D97-AF65-F5344CB8AC3E}">
        <p14:creationId xmlns:p14="http://schemas.microsoft.com/office/powerpoint/2010/main" val="15200416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ADC5D-02CF-45C6-8744-59FA2D79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1B860-D681-4E78-B3B1-BBD32801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PORTAL CIUDADANO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75CA7-B6EF-4C45-AC79-2759C04D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Informarse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E5F75-9955-4D4B-9B6B-9DC9A467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13 / 53</a:t>
            </a:r>
          </a:p>
        </p:txBody>
      </p:sp>
    </p:spTree>
    <p:extLst>
      <p:ext uri="{BB962C8B-B14F-4D97-AF65-F5344CB8AC3E}">
        <p14:creationId xmlns:p14="http://schemas.microsoft.com/office/powerpoint/2010/main" val="13714710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F8BDB-0194-412B-94A3-03118ED6F4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a9aba97504d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3C83A-3668-405D-87FE-28D9351F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3CE20-0007-4288-80F3-518124F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NOTICIAS VIGENTES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313C9-0A2D-414A-9B40-B2CBF1E5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INFORMACIÓN ACTUALIZADA</a:t>
            </a:r>
          </a:p>
        </p:txBody>
      </p:sp>
    </p:spTree>
    <p:extLst>
      <p:ext uri="{BB962C8B-B14F-4D97-AF65-F5344CB8AC3E}">
        <p14:creationId xmlns:p14="http://schemas.microsoft.com/office/powerpoint/2010/main" val="8285720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FB302-C266-4528-8811-CAC7C686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F78F3-1683-46A7-A5AF-7B0368FA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PORTAL CIUDADANO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3B24C-92C2-421B-B8CD-CF7F8A1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Resolver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D0486-6906-4669-B6E9-DCE4E5F2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15 / 53</a:t>
            </a:r>
          </a:p>
        </p:txBody>
      </p:sp>
    </p:spTree>
    <p:extLst>
      <p:ext uri="{BB962C8B-B14F-4D97-AF65-F5344CB8AC3E}">
        <p14:creationId xmlns:p14="http://schemas.microsoft.com/office/powerpoint/2010/main" val="16830991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5752D-04A8-409F-A5DB-7A2383E8CE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aeec6b8d34f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6D2FE-579F-4B18-96B5-2DA0328F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E6BBE-CAFA-44D2-B5CD-9F7A2ADD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PREGUNTAS FRECUENTES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65CA3-B757-44BB-9A0A-97B6E476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POR CATEGORÍA</a:t>
            </a:r>
          </a:p>
        </p:txBody>
      </p:sp>
    </p:spTree>
    <p:extLst>
      <p:ext uri="{BB962C8B-B14F-4D97-AF65-F5344CB8AC3E}">
        <p14:creationId xmlns:p14="http://schemas.microsoft.com/office/powerpoint/2010/main" val="18748534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F61EA-BDDC-42C0-9814-252B78B0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3FDFC-7A31-4445-A17E-6DB4B839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PORTAL CIUDADANO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D09DB-6786-4474-86B9-C961A3C8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Preguntar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73355-0026-4C99-A8D3-C53E03C8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Cuando la respuesta todavía no está publicada.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CF785-7C58-40D0-BE04-3228B3F7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17 / 53</a:t>
            </a:r>
          </a:p>
        </p:txBody>
      </p:sp>
    </p:spTree>
    <p:extLst>
      <p:ext uri="{BB962C8B-B14F-4D97-AF65-F5344CB8AC3E}">
        <p14:creationId xmlns:p14="http://schemas.microsoft.com/office/powerpoint/2010/main" val="5328051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E8855-037C-470B-8CDB-E2ED6C4537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f655b406b4a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35DC1-2D5E-42D8-BE12-6C58983A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6E088-7E7F-43E9-A8C7-DC8B34AE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CONSULTA CIUDADANA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99922-436B-4A6C-B7BC-EC3436AC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CANAL DIRECTO</a:t>
            </a:r>
          </a:p>
        </p:txBody>
      </p:sp>
    </p:spTree>
    <p:extLst>
      <p:ext uri="{BB962C8B-B14F-4D97-AF65-F5344CB8AC3E}">
        <p14:creationId xmlns:p14="http://schemas.microsoft.com/office/powerpoint/2010/main" val="2298388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0B5C5-18F3-42F2-8695-3E5AE3FB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66264-A708-483E-9F09-FB89CAEC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PORTAL CIUDADANO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57534-3285-4854-BA8A-36BE70D4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Practicar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B10C0-089E-42D9-808A-2D944368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19 / 53</a:t>
            </a:r>
          </a:p>
        </p:txBody>
      </p:sp>
    </p:spTree>
    <p:extLst>
      <p:ext uri="{BB962C8B-B14F-4D97-AF65-F5344CB8AC3E}">
        <p14:creationId xmlns:p14="http://schemas.microsoft.com/office/powerpoint/2010/main" val="8098670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A6440-272C-403C-966C-6E650B4EFA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13ec9e65b47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542BE-EFCC-4932-8B48-A6B4E6E7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17D8C-3C2E-441D-A64B-55166621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SIMULADOR TEÓRICO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A9079-7E8F-47C7-86F9-723962D0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CORRECCIÓN INMEDIATA</a:t>
            </a:r>
          </a:p>
        </p:txBody>
      </p:sp>
    </p:spTree>
    <p:extLst>
      <p:ext uri="{BB962C8B-B14F-4D97-AF65-F5344CB8AC3E}">
        <p14:creationId xmlns:p14="http://schemas.microsoft.com/office/powerpoint/2010/main" val="16270619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8C108-38EE-4EAB-9049-7FA91956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A6DC1-48C4-4316-985F-91FAF8AC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PORTAL CIUDADANO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EC114-3D05-4B11-8CF7-3C74B1CC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Reservar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0853A-4958-4B7E-8C49-1B5DE208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21 / 53</a:t>
            </a:r>
          </a:p>
        </p:txBody>
      </p:sp>
    </p:spTree>
    <p:extLst>
      <p:ext uri="{BB962C8B-B14F-4D97-AF65-F5344CB8AC3E}">
        <p14:creationId xmlns:p14="http://schemas.microsoft.com/office/powerpoint/2010/main" val="19693770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C9C42-F856-4CC9-990D-585598B573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39caa03dd4c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5EDE8-3937-4712-8309-124FE8B3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B286D-A05F-42D9-A2FE-835946C6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AGENDA Y CUPOS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6E3DE-2493-4D17-BF44-F80B43D5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FRANJAS DISPONIBLES</a:t>
            </a:r>
          </a:p>
        </p:txBody>
      </p:sp>
    </p:spTree>
    <p:extLst>
      <p:ext uri="{BB962C8B-B14F-4D97-AF65-F5344CB8AC3E}">
        <p14:creationId xmlns:p14="http://schemas.microsoft.com/office/powerpoint/2010/main" val="17109598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5AF64-F618-42ED-8C05-D37D694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AD4A7-C5F0-415C-9F8F-F4A72C0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PANEL IMSJ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79B48-9373-48E8-B8D8-A5E52487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Gestionar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231B7-87A4-41F8-8F56-5D53DF5E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El contenido y la operación quedan en manos de la Dirección.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CB297-4FB8-4E8B-92D6-B7ACE85D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23 / 53</a:t>
            </a:r>
          </a:p>
        </p:txBody>
      </p:sp>
    </p:spTree>
    <p:extLst>
      <p:ext uri="{BB962C8B-B14F-4D97-AF65-F5344CB8AC3E}">
        <p14:creationId xmlns:p14="http://schemas.microsoft.com/office/powerpoint/2010/main" val="18470361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7F02A-31E6-429C-A1EC-7592204A1A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ff116beba4e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94F92-2B42-469A-B5FE-0BF00C1D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60E3E-7056-4B2B-B929-B6DA697F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GESTIÓN DE CONTENIDOS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980DF-A103-4C76-98CC-3E931419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PANEL IMSJ</a:t>
            </a:r>
          </a:p>
        </p:txBody>
      </p:sp>
    </p:spTree>
    <p:extLst>
      <p:ext uri="{BB962C8B-B14F-4D97-AF65-F5344CB8AC3E}">
        <p14:creationId xmlns:p14="http://schemas.microsoft.com/office/powerpoint/2010/main" val="4719555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ACB66-E666-42FC-9992-D781657503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c6c1d58844b95"/>
          <a:srcRect xmlns:a="http://schemas.openxmlformats.org/drawingml/2006/main" l="10826" t="0" r="108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838200"/>
            <a:ext cx="7429500" cy="5334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DB61E-F12E-4111-8B7D-B45F23CDE7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2c289e6d34f69"/>
          <a:srcRect xmlns:a="http://schemas.openxmlformats.org/drawingml/2006/main" l="7708" t="0" r="77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838200"/>
            <a:ext cx="3867150" cy="2571750"/>
          </a:xfrm>
          <a:prstGeom xmlns:a="http://schemas.openxmlformats.org/drawingml/2006/main" prst="roundRect">
            <a:avLst>
              <a:gd name="adj" fmla="val 5926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E1C92-9084-4578-8AB5-CA4014E0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76650"/>
            <a:ext cx="386715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3CE0B-B313-4945-9E32-CD35A1B5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8620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Agenda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Consultas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Contenido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7CFAA-A882-44C6-A53F-DDE36246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OPERACIÓN DIARIA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D14F3-F697-4916-ACD4-8DA824EC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25 / 53</a:t>
            </a:r>
          </a:p>
        </p:txBody>
      </p:sp>
    </p:spTree>
    <p:extLst>
      <p:ext uri="{BB962C8B-B14F-4D97-AF65-F5344CB8AC3E}">
        <p14:creationId xmlns:p14="http://schemas.microsoft.com/office/powerpoint/2010/main" val="62051524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2C29F-09C8-49D6-9A68-0143064D67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ea952262c40a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D69F9-45E7-4FD3-B7B3-CCBA981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 solo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36B86-350A-456B-9E03-746F062B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Dos experiencias conectadas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C9D9E-1147-4846-A9A8-CAEE4728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A9B8DA"/>
                </a:solidFill>
                <a:latin typeface="Segoe UI"/>
                <a:ea typeface="Segoe UI"/>
                <a:cs typeface="Segoe UI"/>
              </a:rPr>
              <a:t>26 / 53</a:t>
            </a:r>
          </a:p>
        </p:txBody>
      </p:sp>
    </p:spTree>
    <p:extLst>
      <p:ext uri="{BB962C8B-B14F-4D97-AF65-F5344CB8AC3E}">
        <p14:creationId xmlns:p14="http://schemas.microsoft.com/office/powerpoint/2010/main" val="15125884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4192F-6394-41FB-AF2F-F1D78A71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E5994-4381-4993-812F-A8602223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PROCESO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B5803-1547-4F32-8886-63EE4401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Nada sale de la nada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B68DD-4F23-4AA6-B4B1-39FE93E7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Cada pantalla tiene un origen, una decisión y una validación.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7CBD9-0051-49F6-9617-5B11B018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27 / 53</a:t>
            </a:r>
          </a:p>
        </p:txBody>
      </p:sp>
    </p:spTree>
    <p:extLst>
      <p:ext uri="{BB962C8B-B14F-4D97-AF65-F5344CB8AC3E}">
        <p14:creationId xmlns:p14="http://schemas.microsoft.com/office/powerpoint/2010/main" val="7739416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06D42-8C91-456B-8F41-3BD86B2C36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033a81b9b443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06762-5621-48D9-8146-7D28BD16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Paso a paso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6202A-6BE2-4358-BE39-D8BA434C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A9B8DA"/>
                </a:solidFill>
                <a:latin typeface="Segoe UI"/>
                <a:ea typeface="Segoe UI"/>
                <a:cs typeface="Segoe UI"/>
              </a:rPr>
              <a:t>28 / 53</a:t>
            </a:r>
          </a:p>
        </p:txBody>
      </p:sp>
    </p:spTree>
    <p:extLst>
      <p:ext uri="{BB962C8B-B14F-4D97-AF65-F5344CB8AC3E}">
        <p14:creationId xmlns:p14="http://schemas.microsoft.com/office/powerpoint/2010/main" val="11884841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0356D-D23F-4B1C-B399-AC41C345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7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09 JUL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79D61-1DE1-47C7-85C4-E2AAD568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Entrevista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ABCF9-6283-4B8F-BC10-3048197A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29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5708A"/>
                </a:solidFill>
                <a:latin typeface="Segoe UI"/>
                <a:ea typeface="Segoe UI"/>
                <a:cs typeface="Segoe UI"/>
              </a:rPr>
              <a:t>La idea general se confrontó con la necesidad real.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F8B49-EE46-42F5-B4A5-D0E0496D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29 / 53</a:t>
            </a:r>
          </a:p>
        </p:txBody>
      </p:sp>
    </p:spTree>
    <p:extLst>
      <p:ext uri="{BB962C8B-B14F-4D97-AF65-F5344CB8AC3E}">
        <p14:creationId xmlns:p14="http://schemas.microsoft.com/office/powerpoint/2010/main" val="9422543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E30FD-7D19-4C4C-A2BE-C364E4D0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2427F-533A-445A-BD48-8EEA202B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PUESTA EN LIMPIO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02193-F0A6-4E94-9AF9-2DB6A596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Requisitos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11CF2-9EDF-474D-A7C1-5301EEEB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Lo conversado se convirtió en alcance verificable.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FAAF9-7E97-4D08-A687-12707C74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30 / 53</a:t>
            </a:r>
          </a:p>
        </p:txBody>
      </p:sp>
    </p:spTree>
    <p:extLst>
      <p:ext uri="{BB962C8B-B14F-4D97-AF65-F5344CB8AC3E}">
        <p14:creationId xmlns:p14="http://schemas.microsoft.com/office/powerpoint/2010/main" val="8232452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E5470-D029-4CCA-BC8C-F295C9C8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1E28E-E2B5-47C1-A0B6-5D7FD310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22–28 JUL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2B0AC-34FA-44CE-9940-0881E9C0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Historias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D7A2D-08EF-41B6-819B-9ABA72D4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Cada necesidad obtuvo un recorrido y un criterio de aceptación.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5D6FC-7C7A-4F6D-948B-1CA92A49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31 / 53</a:t>
            </a:r>
          </a:p>
        </p:txBody>
      </p:sp>
    </p:spTree>
    <p:extLst>
      <p:ext uri="{BB962C8B-B14F-4D97-AF65-F5344CB8AC3E}">
        <p14:creationId xmlns:p14="http://schemas.microsoft.com/office/powerpoint/2010/main" val="2810294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90E64-B71D-42D9-BC6C-86D1C2A0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BB617-A524-42EE-9A49-0051E2EE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CONSTRUCCIÓN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6145E-C9A7-41EC-B3E7-A4EF18A9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Sprints 1–4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CCB80-AE82-4BC4-8EE9-F2E5CFEF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Primera versión funcional.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7F7BF-BCC1-4A0A-9897-67BDB17F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32 / 53</a:t>
            </a:r>
          </a:p>
        </p:txBody>
      </p:sp>
    </p:spTree>
    <p:extLst>
      <p:ext uri="{BB962C8B-B14F-4D97-AF65-F5344CB8AC3E}">
        <p14:creationId xmlns:p14="http://schemas.microsoft.com/office/powerpoint/2010/main" val="14845429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BF09F-DB9A-490E-8146-E20438C5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7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7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 SEP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5377A-2220-4015-9CCB-13079C37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Primera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53F8A-D4F7-4B0D-BA09-AE4D895C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29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5708A"/>
                </a:solidFill>
                <a:latin typeface="Segoe UI"/>
                <a:ea typeface="Segoe UI"/>
                <a:cs typeface="Segoe UI"/>
              </a:rPr>
              <a:t>El producto se mostró antes de considerarlo terminado.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2A3AD-056B-4058-A4AC-24457941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33 / 53</a:t>
            </a:r>
          </a:p>
        </p:txBody>
      </p:sp>
    </p:spTree>
    <p:extLst>
      <p:ext uri="{BB962C8B-B14F-4D97-AF65-F5344CB8AC3E}">
        <p14:creationId xmlns:p14="http://schemas.microsoft.com/office/powerpoint/2010/main" val="48685764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42BB8-F1AC-4C78-AC37-9B5078EE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85F8C-53EB-4DE3-A337-67752A29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FEEDBACK REGISTRADO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D6D12-38EA-45E2-9495-1263439C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Cambios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FC96D-647F-4CFA-ABB4-2EAE74E5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Consultas ciudadanas. Aprobación separada. Imágenes en el simulador.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2CB15-A5C6-4DB2-9483-BCAF81AD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34 / 53</a:t>
            </a:r>
          </a:p>
        </p:txBody>
      </p:sp>
    </p:spTree>
    <p:extLst>
      <p:ext uri="{BB962C8B-B14F-4D97-AF65-F5344CB8AC3E}">
        <p14:creationId xmlns:p14="http://schemas.microsoft.com/office/powerpoint/2010/main" val="56596064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9D259-2155-4C61-8367-DC3E2AD2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A1155-F07E-4E01-881C-FF4D9B82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CC-03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0F77D-C58A-4DEC-9A4D-504B95A6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Aprobar ≠ publicar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FF908-824F-410E-AF76-79764886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La devolución del cliente separó dos responsabilidades.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9FE50-10DF-4B60-976E-9B3A5A6A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35 / 53</a:t>
            </a:r>
          </a:p>
        </p:txBody>
      </p:sp>
    </p:spTree>
    <p:extLst>
      <p:ext uri="{BB962C8B-B14F-4D97-AF65-F5344CB8AC3E}">
        <p14:creationId xmlns:p14="http://schemas.microsoft.com/office/powerpoint/2010/main" val="208913164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A6CA8-5112-4C2A-B239-2698451C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14581-EFF4-48CD-8C68-0DD6A065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CAMBIOS IMPLEMENTADOS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F3E54-3349-47D0-A944-7E74AC1E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Sprint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04ACF-A78D-429E-AA94-F6C0F357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El feedback volvió al desarrollo y a las pruebas.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0684D-B48A-4B5C-B538-7024DBD1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36 / 53</a:t>
            </a:r>
          </a:p>
        </p:txBody>
      </p:sp>
    </p:spTree>
    <p:extLst>
      <p:ext uri="{BB962C8B-B14F-4D97-AF65-F5344CB8AC3E}">
        <p14:creationId xmlns:p14="http://schemas.microsoft.com/office/powerpoint/2010/main" val="5795430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3032A-E250-4893-AC1C-F90E372F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0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780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780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780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780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780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780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780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780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780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780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pPr>
            <a:r>
              <a:rPr sz="7800" b="1">
                <a:solidFill>
                  <a:srgbClr val="21945C"/>
                </a:solidFill>
                <a:latin typeface="Segoe UI"/>
                <a:ea typeface="Segoe UI"/>
                <a:cs typeface="Segoe UI"/>
              </a:rPr>
              <a:t>13 OCT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7C0F0-2FD0-4A16-9E22-AE74E883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Segunda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B0ED6-3DE9-43A9-ACC4-AE50181C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29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5708A"/>
                </a:solidFill>
                <a:latin typeface="Segoe UI"/>
                <a:ea typeface="Segoe UI"/>
                <a:cs typeface="Segoe UI"/>
              </a:rPr>
              <a:t>Cambios demostrados y producto aprobado.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1DC2A-33A2-4F68-B2F8-D7B33119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37 / 53</a:t>
            </a:r>
          </a:p>
        </p:txBody>
      </p:sp>
    </p:spTree>
    <p:extLst>
      <p:ext uri="{BB962C8B-B14F-4D97-AF65-F5344CB8AC3E}">
        <p14:creationId xmlns:p14="http://schemas.microsoft.com/office/powerpoint/2010/main" val="11613320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59246-89A8-46D0-BE44-1A912191AF3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791700" y="31623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17DBD-0370-44EA-9667-59D61DD2E87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848600" y="31623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23321-25D9-4E6B-94EF-69DDD038B57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05500" y="31623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69F32-C8E8-4F61-8A20-ECDDC3FEEE5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62400" y="31623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034C9-1836-4499-9EA4-AEEA8D77A9BC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019300" y="31623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544AE-F384-45F1-AF92-086E66D5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16002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56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B8B38-DDEB-49CA-802E-6A5FA846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NECESIDAD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55166-1207-42C7-870C-A8FCE81B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16002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56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C3261-067F-4F92-BD4B-E2F1D328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REQUISITO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35992-636B-4E78-B0BD-75CF1674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16002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56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65D10-A658-4505-AB27-ABB3191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HISTORIA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52748-6935-4F0D-BA6A-E91A7FCE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16002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56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DC1A9-762C-4C45-9D75-3A7FE5BF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CÓDIGO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FA905-6590-4BB1-994E-1B54506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16002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56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8375B-56D9-4647-884F-9AB7A618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PRUEBA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8C702-3C83-4681-8AC9-A7D43814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24150"/>
            <a:ext cx="16002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9050">
            <a:solidFill>
              <a:srgbClr val="2194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E11BA-B7DD-45F5-8093-78B10C54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5750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21945C"/>
                </a:solidFill>
                <a:latin typeface="Segoe UI"/>
                <a:ea typeface="Segoe UI"/>
                <a:cs typeface="Segoe UI"/>
              </a:rPr>
              <a:t>EVIDENCIA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E51C14-031F-4C8E-BA40-841DECB8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Trazabilidad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C8A50-163C-4975-83A5-8AFD6C8A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5708A"/>
                </a:solidFill>
                <a:latin typeface="Segoe UI"/>
                <a:ea typeface="Segoe UI"/>
                <a:cs typeface="Segoe UI"/>
              </a:rPr>
              <a:t>Del origen a la evidencia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AF6CD-5B9B-47D8-804B-88ED888C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38 / 53</a:t>
            </a:r>
          </a:p>
        </p:txBody>
      </p:sp>
    </p:spTree>
    <p:extLst>
      <p:ext uri="{BB962C8B-B14F-4D97-AF65-F5344CB8AC3E}">
        <p14:creationId xmlns:p14="http://schemas.microsoft.com/office/powerpoint/2010/main" val="106727902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915C7-2D35-4A75-B5F7-DA620273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03DA9-9EF1-4495-AC9F-CCC8F159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INGENIERÍA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F5E99-AD6C-4C71-86C6-C63B543E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¿Cómo lo hicimos?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C50AA-6956-4AF3-8078-33A813F1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Capas, datos, despliegue y seguridad.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CE6EC-EA1F-4734-B193-0DC0B59C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39 / 53</a:t>
            </a:r>
          </a:p>
        </p:txBody>
      </p:sp>
    </p:spTree>
    <p:extLst>
      <p:ext uri="{BB962C8B-B14F-4D97-AF65-F5344CB8AC3E}">
        <p14:creationId xmlns:p14="http://schemas.microsoft.com/office/powerpoint/2010/main" val="551583924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D4D4A-445B-480A-BC99-61FE2A670A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13dd3ee48498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6C99A-F437-4C1D-B8A3-BCAD9E7F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Capas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BA8E7-E455-46A7-8463-45AF03C6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A9B8DA"/>
                </a:solidFill>
                <a:latin typeface="Segoe UI"/>
                <a:ea typeface="Segoe UI"/>
                <a:cs typeface="Segoe UI"/>
              </a:rPr>
              <a:t>40 / 53</a:t>
            </a:r>
          </a:p>
        </p:txBody>
      </p:sp>
    </p:spTree>
    <p:extLst>
      <p:ext uri="{BB962C8B-B14F-4D97-AF65-F5344CB8AC3E}">
        <p14:creationId xmlns:p14="http://schemas.microsoft.com/office/powerpoint/2010/main" val="16312240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F2900-83D1-4DE1-BA70-45F19750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91392-A29E-4625-A567-C22E7866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INTERFAZ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C2AD0-F1BD-472A-A614-69B5FCE7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71016-70F0-4C90-ADCD-D3CE8D35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HTML · CSS · JavaScript · Fetch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66E5E-CB20-4515-9AD7-EE988C0A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41 / 53</a:t>
            </a:r>
          </a:p>
        </p:txBody>
      </p:sp>
    </p:spTree>
    <p:extLst>
      <p:ext uri="{BB962C8B-B14F-4D97-AF65-F5344CB8AC3E}">
        <p14:creationId xmlns:p14="http://schemas.microsoft.com/office/powerpoint/2010/main" val="72972104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00F2D-3A8D-4A5B-B01A-D2C1F41A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513CC-D8A0-4533-B347-CAE3F798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REGLAS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D34B9-1D4E-4F5E-AD8B-207CAEB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7F04E-F484-4059-B443-91A094D3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PHP 8.5 nativo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DB83B-3D40-401D-85B6-AC325674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42 / 53</a:t>
            </a:r>
          </a:p>
        </p:txBody>
      </p:sp>
    </p:spTree>
    <p:extLst>
      <p:ext uri="{BB962C8B-B14F-4D97-AF65-F5344CB8AC3E}">
        <p14:creationId xmlns:p14="http://schemas.microsoft.com/office/powerpoint/2010/main" val="199660274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31E72-26E5-4C71-88D3-6AB7D5D3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D72F5-86AC-4F0F-9046-84EAC10D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PERSISTENCIA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60F0D-FFFB-4759-81BA-FEDD3091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4FC58-ACF6-45BB-8B5B-A4452A37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PDO · MySQL 8.4 · InnoDB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CB337-BF32-432C-A5BE-2ED53708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43 / 53</a:t>
            </a:r>
          </a:p>
        </p:txBody>
      </p:sp>
    </p:spTree>
    <p:extLst>
      <p:ext uri="{BB962C8B-B14F-4D97-AF65-F5344CB8AC3E}">
        <p14:creationId xmlns:p14="http://schemas.microsoft.com/office/powerpoint/2010/main" val="1998608213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AA16D-A5C4-409D-B2FE-A1F2D1F41E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446a6898f434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7FC0B-F904-45B6-9302-01D7B16D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29731-9339-482E-8B39-20FA85E8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Despliegue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3C80E-3503-43EA-9137-51A915AF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Ubuntu · Docker · 2 servicios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3E7E8-BB5F-494D-9B51-B4EA8D35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A9B8DA"/>
                </a:solidFill>
                <a:latin typeface="Segoe UI"/>
                <a:ea typeface="Segoe UI"/>
                <a:cs typeface="Segoe UI"/>
              </a:rPr>
              <a:t>44 / 53</a:t>
            </a:r>
          </a:p>
        </p:txBody>
      </p:sp>
    </p:spTree>
    <p:extLst>
      <p:ext uri="{BB962C8B-B14F-4D97-AF65-F5344CB8AC3E}">
        <p14:creationId xmlns:p14="http://schemas.microsoft.com/office/powerpoint/2010/main" val="34416746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A6840-BBEB-4F1C-B3DB-852A9636910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829800" y="31623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8C30B-5289-41BD-A13F-22C336CDEF8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77175" y="31623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E8353-1292-4C27-8715-314B49E8F3E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24550" y="31623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FC80C-D351-4109-BA52-50B34D28169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71925" y="31623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C2D0F-F70F-489D-90EB-19B028F4A903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019300" y="31623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9F804-48D8-42BE-94C9-FA175DF5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0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0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0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0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0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0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0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0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0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POST /api/reservas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31A25-B2A4-45B9-BBAA-0886A84B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24150"/>
            <a:ext cx="15811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56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C249F-DE61-435F-AF40-707E25AC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turnos.js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2A2D0-B719-4CF6-BD7B-80B38613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24150"/>
            <a:ext cx="15811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56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D01C7-349D-4048-8684-9B8C8BD6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5750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index.php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C8ADD-FD65-4DC1-B803-B55FF709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15811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56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666C1-1A6E-4D30-A772-C8B8377B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Controller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4F60A-BDF2-47AB-BB19-EF95BB0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24150"/>
            <a:ext cx="15811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9050">
            <a:solidFill>
              <a:srgbClr val="FF7A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6F6BD-CB75-4150-9495-1A187BD2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5750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92125-C095-4C7B-AE00-2489BB6C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15811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56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EB4B1-4D6B-4ECC-A419-839EFB74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Repository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21D23-233B-4F92-BA72-ED349BF1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24150"/>
            <a:ext cx="15811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9050">
            <a:solidFill>
              <a:srgbClr val="2194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2A81A-C9A4-4690-B7D3-E2C67A2F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85750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945C"/>
                </a:solidFill>
                <a:latin typeface="Segoe UI"/>
                <a:ea typeface="Segoe UI"/>
                <a:cs typeface="Segoe UI"/>
              </a:rPr>
              <a:t>201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852A-B1CA-4106-8010-3296CF8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reserva recorre archivos reales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FF8C4-0D2D-4CA1-ACFC-BC629BCD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45 / 53</a:t>
            </a:r>
          </a:p>
        </p:txBody>
      </p:sp>
    </p:spTree>
    <p:extLst>
      <p:ext uri="{BB962C8B-B14F-4D97-AF65-F5344CB8AC3E}">
        <p14:creationId xmlns:p14="http://schemas.microsoft.com/office/powerpoint/2010/main" val="2036496436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27F8C-7426-43E0-A9DC-72CE4ED736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dc7b63d56465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9ED1D-F1DA-4193-BB33-1332AB48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 último cupo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34BF7-9F18-476C-9244-7D731BB6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Solo una reserva puede ganar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C6DEF-F50A-4B40-829D-9EED50E8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A9B8DA"/>
                </a:solidFill>
                <a:latin typeface="Segoe UI"/>
                <a:ea typeface="Segoe UI"/>
                <a:cs typeface="Segoe UI"/>
              </a:rPr>
              <a:t>46 / 53</a:t>
            </a:r>
          </a:p>
        </p:txBody>
      </p:sp>
    </p:spTree>
    <p:extLst>
      <p:ext uri="{BB962C8B-B14F-4D97-AF65-F5344CB8AC3E}">
        <p14:creationId xmlns:p14="http://schemas.microsoft.com/office/powerpoint/2010/main" val="31400703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3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67C3B-6116-4DC2-A075-1769F08B171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34400" y="31527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52CBD-8F35-4493-BAB6-5031EEE570F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76900" y="31527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9EF1A-5FFB-4149-86E0-C3CCEDA65A8E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19400" y="31527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A381D-449C-4BA0-B305-D3A812AD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Aprobación editorial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6C2A6-DAB7-4652-871E-2C810B29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114550" cy="1009650"/>
          </a:xfrm>
          <a:prstGeom xmlns:a="http://schemas.openxmlformats.org/drawingml/2006/main" prst="roundRect">
            <a:avLst>
              <a:gd name="adj" fmla="val 20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70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A5F12-F661-4919-80F4-5DC04531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65708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65708A"/>
                </a:solidFill>
                <a:latin typeface="Segoe UI"/>
                <a:ea typeface="Segoe UI"/>
                <a:cs typeface="Segoe UI"/>
              </a:rPr>
              <a:t>BORRADOR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A22F5-8C76-449F-8AED-7E9EF276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47950"/>
            <a:ext cx="2114550" cy="1009650"/>
          </a:xfrm>
          <a:prstGeom xmlns:a="http://schemas.openxmlformats.org/drawingml/2006/main" prst="roundRect">
            <a:avLst>
              <a:gd name="adj" fmla="val 20755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9050">
            <a:solidFill>
              <a:srgbClr val="C9820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1454F-6E82-4CE0-8152-3480A065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C9820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C9820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C9820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C9820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C9820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C9820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C9820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C9820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C9820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C9820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9820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C9820D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26546-58E7-41F6-8749-7603C9A5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2114550" cy="1009650"/>
          </a:xfrm>
          <a:prstGeom xmlns:a="http://schemas.openxmlformats.org/drawingml/2006/main" prst="roundRect">
            <a:avLst>
              <a:gd name="adj" fmla="val 20755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9050">
            <a:solidFill>
              <a:srgbClr val="1A56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154B8-B9FA-46DE-894C-DC66334C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APROBADO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41B69-226F-46DD-9031-5AAD39DD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47950"/>
            <a:ext cx="2114550" cy="1009650"/>
          </a:xfrm>
          <a:prstGeom xmlns:a="http://schemas.openxmlformats.org/drawingml/2006/main" prst="roundRect">
            <a:avLst>
              <a:gd name="adj" fmla="val 20755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9050">
            <a:solidFill>
              <a:srgbClr val="2194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EDF7A-9848-4E55-B609-783B6751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3845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1945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1945C"/>
                </a:solidFill>
                <a:latin typeface="Segoe UI"/>
                <a:ea typeface="Segoe UI"/>
                <a:cs typeface="Segoe UI"/>
              </a:rPr>
              <a:t>PUBLICADO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E76AD-001E-4A76-A573-635411A6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48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Editar reinicia el ciclo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4A92C-35D8-4382-BC80-F3E26975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47 / 53</a:t>
            </a:r>
          </a:p>
        </p:txBody>
      </p:sp>
    </p:spTree>
    <p:extLst>
      <p:ext uri="{BB962C8B-B14F-4D97-AF65-F5344CB8AC3E}">
        <p14:creationId xmlns:p14="http://schemas.microsoft.com/office/powerpoint/2010/main" val="1325285193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6883B-455C-4776-9B8D-F202584E51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30d9a8ad64fa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1033B-86D3-4D01-95E9-745B12DA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Seguridad por capas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80F38-484C-47A0-A56A-EE0C51C1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SAST · DAST · Nmap ·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573F5-E153-4DC2-BB30-B8BED59D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A9B8DA"/>
                </a:solidFill>
                <a:latin typeface="Segoe UI"/>
                <a:ea typeface="Segoe UI"/>
                <a:cs typeface="Segoe UI"/>
              </a:rPr>
              <a:t>48 / 53</a:t>
            </a:r>
          </a:p>
        </p:txBody>
      </p:sp>
    </p:spTree>
    <p:extLst>
      <p:ext uri="{BB962C8B-B14F-4D97-AF65-F5344CB8AC3E}">
        <p14:creationId xmlns:p14="http://schemas.microsoft.com/office/powerpoint/2010/main" val="61340977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48177-11BC-4EE3-ACDC-B0F54B84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3288B-103D-4761-B277-E6AD5A76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96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192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B80E4-1322-408F-A13C-25640254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comprobaciones de integración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4AA78-6805-496D-9FC3-A24E5AD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49 / 53</a:t>
            </a:r>
          </a:p>
        </p:txBody>
      </p:sp>
    </p:spTree>
    <p:extLst>
      <p:ext uri="{BB962C8B-B14F-4D97-AF65-F5344CB8AC3E}">
        <p14:creationId xmlns:p14="http://schemas.microsoft.com/office/powerpoint/2010/main" val="160128804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106DD-4EE3-4031-9D77-4070560C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33309-9715-455E-A8AD-ED909437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96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96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4022B-E127-401C-A80C-D179C637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rutas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4147F-C343-489D-8E80-91F628E1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50 / 53</a:t>
            </a:r>
          </a:p>
        </p:txBody>
      </p:sp>
    </p:spTree>
    <p:extLst>
      <p:ext uri="{BB962C8B-B14F-4D97-AF65-F5344CB8AC3E}">
        <p14:creationId xmlns:p14="http://schemas.microsoft.com/office/powerpoint/2010/main" val="29331938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5C79B-65D7-4620-8B47-2310F1E3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3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CB7F6-B17C-47CD-869F-6AA2082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600" b="1">
                <a:solidFill>
                  <a:srgbClr val="65D39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9600" b="1">
                <a:solidFill>
                  <a:srgbClr val="65D39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9600" b="1">
                <a:solidFill>
                  <a:srgbClr val="65D39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9600" b="1">
                <a:solidFill>
                  <a:srgbClr val="65D39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9600" b="1">
                <a:solidFill>
                  <a:srgbClr val="65D39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9600" b="1">
                <a:solidFill>
                  <a:srgbClr val="65D39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9600" b="1">
                <a:solidFill>
                  <a:srgbClr val="65D39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9600" b="1">
                <a:solidFill>
                  <a:srgbClr val="65D39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9600" b="1">
                <a:solidFill>
                  <a:srgbClr val="65D39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9600" b="1">
                <a:solidFill>
                  <a:srgbClr val="65D39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9600" b="1">
                <a:solidFill>
                  <a:srgbClr val="65D39C"/>
                </a:solidFill>
                <a:latin typeface="Segoe UI"/>
                <a:ea typeface="Segoe UI"/>
                <a:cs typeface="Segoe UI"/>
              </a:defRPr>
            </a:pPr>
            <a:r>
              <a:rPr sz="9600" b="1">
                <a:solidFill>
                  <a:srgbClr val="65D39C"/>
                </a:solidFill>
                <a:latin typeface="Segoe UI"/>
                <a:ea typeface="Segoe UI"/>
                <a:cs typeface="Segoe UI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658A1-D491-479C-A736-26ABCE80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comprobaciones de seguridad aprobadas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BE435-BFCA-40F1-AE12-9AA97C5D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51 / 53</a:t>
            </a:r>
          </a:p>
        </p:txBody>
      </p:sp>
    </p:spTree>
    <p:extLst>
      <p:ext uri="{BB962C8B-B14F-4D97-AF65-F5344CB8AC3E}">
        <p14:creationId xmlns:p14="http://schemas.microsoft.com/office/powerpoint/2010/main" val="147423185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CD7CE-CFF1-44F3-8C55-852322BE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4A42C-D044-4999-8EBC-C22730E9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7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7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7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7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7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7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7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7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7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7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76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201 / 422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A83A0-F7A3-411A-97B1-7D4658BB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dos solicitudes, un último cupo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8AEF5-D9BC-4A27-BE28-143F4DCE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90 sesiones simultáneas: prueba de carga pendiente.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5F59F-9106-454B-9107-F04E6FD3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52 / 53</a:t>
            </a:r>
          </a:p>
        </p:txBody>
      </p:sp>
    </p:spTree>
    <p:extLst>
      <p:ext uri="{BB962C8B-B14F-4D97-AF65-F5344CB8AC3E}">
        <p14:creationId xmlns:p14="http://schemas.microsoft.com/office/powerpoint/2010/main" val="1558396723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7D9B5-25FE-4EFF-AE02-C9195F848B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68e732b8644d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3223D-DEAD-4CEF-BA04-AED39F81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Dos necesidades. Una solución.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0BC0D-1934-4A14-ACA6-AA72D2D8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F703F-ABA3-4C7F-886A-7CF84975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A9B8D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A9B8DA"/>
                </a:solidFill>
                <a:latin typeface="Segoe UI"/>
                <a:ea typeface="Segoe UI"/>
                <a:cs typeface="Segoe UI"/>
              </a:rPr>
              <a:t>53 / 53</a:t>
            </a:r>
          </a:p>
        </p:txBody>
      </p:sp>
    </p:spTree>
    <p:extLst>
      <p:ext uri="{BB962C8B-B14F-4D97-AF65-F5344CB8AC3E}">
        <p14:creationId xmlns:p14="http://schemas.microsoft.com/office/powerpoint/2010/main" val="1824074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2026-10-27T21:45:23.0410000Z</dcterms:created>
  <dcterms:modified xsi:type="dcterms:W3CDTF">2026-10-27T21:45:23.0410000Z</dcterms:modified>
</coreProperties>
</file>